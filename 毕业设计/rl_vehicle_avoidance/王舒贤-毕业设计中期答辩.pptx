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png" ContentType="image/png"/>
  <ns0:Override PartName="/docProps/app.xml" ContentType="application/vnd.openxmlformats-officedocument.extended-properties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entation.xml" ContentType="application/vnd.openxmlformats-officedocument.presentationml.presentation.main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autoCompressPictures="0" saveSubsetFonts="1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</ns0:sldIdLst>
  <ns0:sldSz cx="9144000" cy="5143500" type="screen16x9"/>
  <ns0:notesSz cx="6858000" cy="9144000"/>
  <ns0:defaultTextStyle>
    <ns2:defPPr>
      <ns2:defRPr lang="en-US"/>
    </ns2:defPPr>
    <ns2:lvl1pPr algn="l" defTabSz="457200" eaLnBrk="1" hangingPunct="1" latinLnBrk="0" marL="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1pPr>
    <ns2:lvl2pPr algn="l" defTabSz="457200" eaLnBrk="1" hangingPunct="1" latinLnBrk="0" marL="457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2pPr>
    <ns2:lvl3pPr algn="l" defTabSz="457200" eaLnBrk="1" hangingPunct="1" latinLnBrk="0" marL="914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3pPr>
    <ns2:lvl4pPr algn="l" defTabSz="457200" eaLnBrk="1" hangingPunct="1" latinLnBrk="0" marL="1371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4pPr>
    <ns2:lvl5pPr algn="l" defTabSz="457200" eaLnBrk="1" hangingPunct="1" latinLnBrk="0" marL="18288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5pPr>
    <ns2:lvl6pPr algn="l" defTabSz="457200" eaLnBrk="1" hangingPunct="1" latinLnBrk="0" marL="22860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6pPr>
    <ns2:lvl7pPr algn="l" defTabSz="457200" eaLnBrk="1" hangingPunct="1" latinLnBrk="0" marL="2743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7pPr>
    <ns2:lvl8pPr algn="l" defTabSz="457200" eaLnBrk="1" hangingPunct="1" latinLnBrk="0" marL="3200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8pPr>
    <ns2:lvl9pPr algn="l" defTabSz="457200" eaLnBrk="1" hangingPunct="1" latinLnBrk="0" marL="3657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1620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20" Type="http://schemas.openxmlformats.org/officeDocument/2006/relationships/presProps" Target="presProps.xml" /><ns0:Relationship Id="rId21" Type="http://schemas.openxmlformats.org/officeDocument/2006/relationships/viewProps" Target="viewProps.xml" /><ns0:Relationship Id="rId22" Type="http://schemas.openxmlformats.org/officeDocument/2006/relationships/theme" Target="theme/theme1.xml" /><ns0:Relationship Id="rId23" Type="http://schemas.openxmlformats.org/officeDocument/2006/relationships/tableStyles" Target="tableStyle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.png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2.png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3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4.png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5.png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6.png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7.png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8.png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9.png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</ns0:TotalTime>
  <ns0:Words>49</ns0:Words>
  <ns0:Application>Microsoft Macintosh PowerPoint</ns0:Application>
  <ns0:PresentationFormat>On-screen Show (16:9)</ns0:PresentationFormat>
  <ns0:Paragraphs>15</ns0:Paragraphs>
  <ns0:Slides>10</ns0:Slides>
  <ns0:Notes>2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10
        <ns1:i4>4</ns1:i4>
      </ns1:variant>
    </ns1:vector>
  </ns0:HeadingPairs>
  <ns0:TitlesOfParts>
    <ns1:vector size="13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2026-03-19T20:38:33Z</dcterms:created>
  <dcterms:modified xsi:type="dcterms:W3CDTF">2026-03-19T20:38:33Z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