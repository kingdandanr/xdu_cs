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png" ContentType="image/png"/>
  <ns0:Override PartName="/docProps/app.xml" ContentType="application/vnd.openxmlformats-officedocument.extended-properties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presProps.xml" ContentType="application/vnd.openxmlformats-officedocument.presentationml.presProps+xml"/>
  <ns0:Override PartName="/ppt/tableStyles.xml" ContentType="application/vnd.openxmlformats-officedocument.presentationml.tableStyl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presentation.xml" ContentType="application/vnd.openxmlformats-officedocument.presentationml.presentation.main+xml"/>
  <ns0:Override PartName="/ppt/viewProps.xml" ContentType="application/vnd.openxmlformats-officedocument.presentationml.viewProp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</ns0: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autoCompressPictures="0" saveSubsetFonts="1">
  <ns0:sldMasterIdLst>
    <ns0:sldMasterId id="2147483648" ns1:id="rId1"/>
  </ns0:sld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  <ns0:sldId id="263" ns1:id="rId9"/>
    <ns0:sldId id="264" ns1:id="rId10"/>
    <ns0:sldId id="265" ns1:id="rId11"/>
    <ns0:sldId id="266" ns1:id="rId12"/>
    <ns0:sldId id="267" ns1:id="rId13"/>
    <ns0:sldId id="268" ns1:id="rId14"/>
    <ns0:sldId id="269" ns1:id="rId15"/>
    <ns0:sldId id="270" ns1:id="rId16"/>
  </ns0:sldIdLst>
  <ns0:sldSz cx="9144000" cy="5143500" type="screen16x9"/>
  <ns0:notesSz cx="6858000" cy="9144000"/>
  <ns0:defaultTextStyle>
    <ns2:defPPr>
      <ns2:defRPr lang="en-US"/>
    </ns2:defPPr>
    <ns2:lvl1pPr algn="l" defTabSz="457200" eaLnBrk="1" hangingPunct="1" latinLnBrk="0" marL="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1pPr>
    <ns2:lvl2pPr algn="l" defTabSz="457200" eaLnBrk="1" hangingPunct="1" latinLnBrk="0" marL="4572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2pPr>
    <ns2:lvl3pPr algn="l" defTabSz="457200" eaLnBrk="1" hangingPunct="1" latinLnBrk="0" marL="9144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3pPr>
    <ns2:lvl4pPr algn="l" defTabSz="457200" eaLnBrk="1" hangingPunct="1" latinLnBrk="0" marL="13716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4pPr>
    <ns2:lvl5pPr algn="l" defTabSz="457200" eaLnBrk="1" hangingPunct="1" latinLnBrk="0" marL="18288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5pPr>
    <ns2:lvl6pPr algn="l" defTabSz="457200" eaLnBrk="1" hangingPunct="1" latinLnBrk="0" marL="22860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6pPr>
    <ns2:lvl7pPr algn="l" defTabSz="457200" eaLnBrk="1" hangingPunct="1" latinLnBrk="0" marL="27432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7pPr>
    <ns2:lvl8pPr algn="l" defTabSz="457200" eaLnBrk="1" hangingPunct="1" latinLnBrk="0" marL="32004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8pPr>
    <ns2:lvl9pPr algn="l" defTabSz="457200" eaLnBrk="1" hangingPunct="1" latinLnBrk="0" marL="36576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1620" userDrawn="1">
          <ns3:clr>
            <ns2:srgbClr val="A4A3A4"/>
          </ns3:clr>
        </ns3:guide>
        <ns3:guide id="2" pos="2880" userDrawn="1">
          <ns3:clr>
            <ns2:srgbClr val="A4A3A4"/>
          </ns3:clr>
        </ns3:guide>
      </ns3:sldGuideLst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ns0:Relationship Id="rId10" Type="http://schemas.openxmlformats.org/officeDocument/2006/relationships/slide" Target="slides/slide9.xml" /><ns0:Relationship Id="rId11" Type="http://schemas.openxmlformats.org/officeDocument/2006/relationships/slide" Target="slides/slide10.xml" /><ns0:Relationship Id="rId12" Type="http://schemas.openxmlformats.org/officeDocument/2006/relationships/slide" Target="slides/slide11.xml" /><ns0:Relationship Id="rId13" Type="http://schemas.openxmlformats.org/officeDocument/2006/relationships/slide" Target="slides/slide12.xml" /><ns0:Relationship Id="rId14" Type="http://schemas.openxmlformats.org/officeDocument/2006/relationships/slide" Target="slides/slide13.xml" /><ns0:Relationship Id="rId15" Type="http://schemas.openxmlformats.org/officeDocument/2006/relationships/slide" Target="slides/slide14.xml" /><ns0:Relationship Id="rId16" Type="http://schemas.openxmlformats.org/officeDocument/2006/relationships/slide" Target="slides/slide15.xml" /><ns0:Relationship Id="rId20" Type="http://schemas.openxmlformats.org/officeDocument/2006/relationships/presProps" Target="presProps.xml" /><ns0:Relationship Id="rId21" Type="http://schemas.openxmlformats.org/officeDocument/2006/relationships/viewProps" Target="viewProps.xml" /><ns0:Relationship Id="rId22" Type="http://schemas.openxmlformats.org/officeDocument/2006/relationships/theme" Target="theme/theme1.xml" /><ns0:Relationship Id="rId23" Type="http://schemas.openxmlformats.org/officeDocument/2006/relationships/tableStyles" Target="tableStyles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1.png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2.png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3.png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4.png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5.png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6.png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7.png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8.png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9.png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10.png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11.png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12.png"/>
</Relationships>

</file>

<file path=ppt/slides/_rels/slide1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13.png"/>
</Relationships>

</file>

<file path=ppt/slides/_rels/slide1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14.png"/>
</Relationships>

</file>

<file path=ppt/slides/_rels/slide1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1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2</ns0:TotalTime>
  <ns0:Words>49</ns0:Words>
  <ns0:Application>Microsoft Macintosh PowerPoint</ns0:Application>
  <ns0:PresentationFormat>On-screen Show (16:9)</ns0:PresentationFormat>
  <ns0:Paragraphs>15</ns0:Paragraphs>
  <ns0:Slides>15</ns0:Slides>
  <ns0:Notes>2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2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15
        <ns1:i4>4</ns1:i4>
      </ns1:variant>
    </ns1:vector>
  </ns0:HeadingPairs>
  <ns0:TitlesOfParts>
    <ns1:vector size="18" baseType="lpstr">
      <ns1:lpstr>Arial</ns1:lpstr>
      <ns1:lpstr>Calibri</ns1:lpstr>
      <ns1:lpstr>Office Theme</ns1:lpstr>
      <ns1:lpstr>Slide 1</ns1:lpstr>
      <ns1:lpstr>Slide 2</ns1:lpstr>
      <ns1:lpstr>Slide 3</ns1:lpstr>
      <ns1:lpstr>Slide 4</ns1:lpstr>
      <ns1:lpstr>Slide 5</ns1:lpstr>
      <ns1:lpstr>Slide 6</ns1:lpstr>
      <ns1:lpstr>Slide 7</ns1:lpstr>
      <ns1:lpstr>Slide 8</ns1:lpstr>
      <ns1:lpstr>Slide 9</ns1:lpstr>
      <ns1:lpstr>Slide 10</ns1:lpstr>
      <ns1:lpstr>Slide 11</ns1:lpstr>
      <ns1:lpstr>Slide 12</ns1:lpstr>
      <ns1:lpstr>Slide 13</ns1:lpstr>
      <ns1:lpstr>Slide 14</ns1:lpstr>
      <ns1:lpstr>Slide 15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2026-05-19T20:59:15Z</dcterms:created>
  <dcterms:modified xsi:type="dcterms:W3CDTF">2026-05-19T20:59:15Z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