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1"/>
  </p:notesMasterIdLst>
  <p:sldIdLst>
    <p:sldId id="256" r:id="rId3"/>
    <p:sldId id="267" r:id="rId4"/>
    <p:sldId id="342" r:id="rId5"/>
    <p:sldId id="337" r:id="rId6"/>
    <p:sldId id="330" r:id="rId7"/>
    <p:sldId id="277" r:id="rId8"/>
    <p:sldId id="340" r:id="rId9"/>
    <p:sldId id="341" r:id="rId10"/>
    <p:sldId id="266" r:id="rId11"/>
    <p:sldId id="284" r:id="rId12"/>
    <p:sldId id="259" r:id="rId13"/>
    <p:sldId id="329" r:id="rId14"/>
    <p:sldId id="286" r:id="rId15"/>
    <p:sldId id="349" r:id="rId16"/>
    <p:sldId id="288" r:id="rId17"/>
    <p:sldId id="278" r:id="rId18"/>
    <p:sldId id="296" r:id="rId19"/>
    <p:sldId id="297" r:id="rId20"/>
    <p:sldId id="289" r:id="rId21"/>
    <p:sldId id="343" r:id="rId22"/>
    <p:sldId id="299" r:id="rId23"/>
    <p:sldId id="345" r:id="rId24"/>
    <p:sldId id="300" r:id="rId25"/>
    <p:sldId id="298" r:id="rId26"/>
    <p:sldId id="346" r:id="rId27"/>
    <p:sldId id="290" r:id="rId28"/>
    <p:sldId id="304" r:id="rId29"/>
    <p:sldId id="305" r:id="rId30"/>
    <p:sldId id="291" r:id="rId31"/>
    <p:sldId id="306" r:id="rId32"/>
    <p:sldId id="307" r:id="rId33"/>
    <p:sldId id="321" r:id="rId34"/>
    <p:sldId id="322" r:id="rId35"/>
    <p:sldId id="323" r:id="rId36"/>
    <p:sldId id="324" r:id="rId37"/>
    <p:sldId id="325" r:id="rId38"/>
    <p:sldId id="326" r:id="rId39"/>
    <p:sldId id="292" r:id="rId40"/>
    <p:sldId id="308" r:id="rId41"/>
    <p:sldId id="318" r:id="rId42"/>
    <p:sldId id="309" r:id="rId43"/>
    <p:sldId id="598" r:id="rId44"/>
    <p:sldId id="602" r:id="rId45"/>
    <p:sldId id="293" r:id="rId46"/>
    <p:sldId id="310" r:id="rId47"/>
    <p:sldId id="311" r:id="rId48"/>
    <p:sldId id="319" r:id="rId49"/>
    <p:sldId id="312" r:id="rId50"/>
    <p:sldId id="314" r:id="rId51"/>
    <p:sldId id="315" r:id="rId52"/>
    <p:sldId id="316" r:id="rId53"/>
    <p:sldId id="320" r:id="rId54"/>
    <p:sldId id="294" r:id="rId55"/>
    <p:sldId id="280" r:id="rId56"/>
    <p:sldId id="333" r:id="rId57"/>
    <p:sldId id="334" r:id="rId58"/>
    <p:sldId id="335" r:id="rId59"/>
    <p:sldId id="332" r:id="rId60"/>
    <p:sldId id="336" r:id="rId61"/>
    <p:sldId id="317" r:id="rId62"/>
    <p:sldId id="393" r:id="rId63"/>
    <p:sldId id="394" r:id="rId64"/>
    <p:sldId id="360" r:id="rId65"/>
    <p:sldId id="358" r:id="rId66"/>
    <p:sldId id="361" r:id="rId67"/>
    <p:sldId id="377" r:id="rId68"/>
    <p:sldId id="378" r:id="rId69"/>
    <p:sldId id="347" r:id="rId7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AAAB58-F873-0B49-A70B-595FA7E0CFA7}" v="5" dt="2025-02-17T07:16:55.455"/>
    <p1510:client id="{F349E8EB-845D-4E2A-B638-6B00C321EF92}" v="425" dt="2025-02-17T06:50:03.307"/>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40"/>
  </p:normalViewPr>
  <p:slideViewPr>
    <p:cSldViewPr snapToGrid="0">
      <p:cViewPr varScale="1">
        <p:scale>
          <a:sx n="127" d="100"/>
          <a:sy n="127" d="100"/>
        </p:scale>
        <p:origin x="184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microsoft.com/office/2016/11/relationships/changesInfo" Target="changesInfos/changesInfo1.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 li" userId="aac17fe930d11598" providerId="LiveId" clId="{F349E8EB-845D-4E2A-B638-6B00C321EF92}"/>
    <pc:docChg chg="undo redo custSel addSld delSld modSld sldOrd">
      <pc:chgData name="g li" userId="aac17fe930d11598" providerId="LiveId" clId="{F349E8EB-845D-4E2A-B638-6B00C321EF92}" dt="2025-02-17T12:55:59.162" v="4680" actId="20577"/>
      <pc:docMkLst>
        <pc:docMk/>
      </pc:docMkLst>
      <pc:sldChg chg="modSp mod">
        <pc:chgData name="g li" userId="aac17fe930d11598" providerId="LiveId" clId="{F349E8EB-845D-4E2A-B638-6B00C321EF92}" dt="2025-02-16T09:37:48.264" v="3727" actId="20577"/>
        <pc:sldMkLst>
          <pc:docMk/>
          <pc:sldMk cId="2879999113" sldId="259"/>
        </pc:sldMkLst>
        <pc:spChg chg="mod">
          <ac:chgData name="g li" userId="aac17fe930d11598" providerId="LiveId" clId="{F349E8EB-845D-4E2A-B638-6B00C321EF92}" dt="2025-02-16T09:37:48.264" v="3727" actId="20577"/>
          <ac:spMkLst>
            <pc:docMk/>
            <pc:sldMk cId="2879999113" sldId="259"/>
            <ac:spMk id="4" creationId="{5A426CFD-17CF-431A-9E99-4C6EA36B14DF}"/>
          </ac:spMkLst>
        </pc:spChg>
      </pc:sldChg>
      <pc:sldChg chg="modSp mod ord">
        <pc:chgData name="g li" userId="aac17fe930d11598" providerId="LiveId" clId="{F349E8EB-845D-4E2A-B638-6B00C321EF92}" dt="2025-02-15T10:26:19.564" v="1760" actId="20577"/>
        <pc:sldMkLst>
          <pc:docMk/>
          <pc:sldMk cId="1620132010" sldId="267"/>
        </pc:sldMkLst>
        <pc:spChg chg="mod">
          <ac:chgData name="g li" userId="aac17fe930d11598" providerId="LiveId" clId="{F349E8EB-845D-4E2A-B638-6B00C321EF92}" dt="2025-02-15T10:26:19.564" v="1760" actId="20577"/>
          <ac:spMkLst>
            <pc:docMk/>
            <pc:sldMk cId="1620132010" sldId="267"/>
            <ac:spMk id="2" creationId="{A7D2922F-1698-4C7E-8072-C5442BDED6F4}"/>
          </ac:spMkLst>
        </pc:spChg>
        <pc:spChg chg="mod">
          <ac:chgData name="g li" userId="aac17fe930d11598" providerId="LiveId" clId="{F349E8EB-845D-4E2A-B638-6B00C321EF92}" dt="2025-02-13T03:02:44.937" v="67"/>
          <ac:spMkLst>
            <pc:docMk/>
            <pc:sldMk cId="1620132010" sldId="267"/>
            <ac:spMk id="3" creationId="{3F7F1576-4A57-4E9A-AFBD-3C015D9FC324}"/>
          </ac:spMkLst>
        </pc:spChg>
      </pc:sldChg>
      <pc:sldChg chg="modSp mod">
        <pc:chgData name="g li" userId="aac17fe930d11598" providerId="LiveId" clId="{F349E8EB-845D-4E2A-B638-6B00C321EF92}" dt="2025-02-13T02:49:34.136" v="61" actId="20577"/>
        <pc:sldMkLst>
          <pc:docMk/>
          <pc:sldMk cId="1027385160" sldId="277"/>
        </pc:sldMkLst>
        <pc:spChg chg="mod">
          <ac:chgData name="g li" userId="aac17fe930d11598" providerId="LiveId" clId="{F349E8EB-845D-4E2A-B638-6B00C321EF92}" dt="2025-02-13T02:49:34.136" v="61" actId="20577"/>
          <ac:spMkLst>
            <pc:docMk/>
            <pc:sldMk cId="1027385160" sldId="277"/>
            <ac:spMk id="2" creationId="{DF3023C0-3295-4CFC-86DA-A3F851AD21FB}"/>
          </ac:spMkLst>
        </pc:spChg>
        <pc:spChg chg="mod">
          <ac:chgData name="g li" userId="aac17fe930d11598" providerId="LiveId" clId="{F349E8EB-845D-4E2A-B638-6B00C321EF92}" dt="2025-02-13T02:47:36.646" v="36" actId="1076"/>
          <ac:spMkLst>
            <pc:docMk/>
            <pc:sldMk cId="1027385160" sldId="277"/>
            <ac:spMk id="3" creationId="{5E300785-6727-4880-85DB-407AD09E5F40}"/>
          </ac:spMkLst>
        </pc:spChg>
      </pc:sldChg>
      <pc:sldChg chg="addSp delSp modSp mod">
        <pc:chgData name="g li" userId="aac17fe930d11598" providerId="LiveId" clId="{F349E8EB-845D-4E2A-B638-6B00C321EF92}" dt="2025-02-13T03:49:54.281" v="530" actId="108"/>
        <pc:sldMkLst>
          <pc:docMk/>
          <pc:sldMk cId="426679274" sldId="280"/>
        </pc:sldMkLst>
        <pc:spChg chg="mod">
          <ac:chgData name="g li" userId="aac17fe930d11598" providerId="LiveId" clId="{F349E8EB-845D-4E2A-B638-6B00C321EF92}" dt="2025-02-13T03:49:54.281" v="530" actId="108"/>
          <ac:spMkLst>
            <pc:docMk/>
            <pc:sldMk cId="426679274" sldId="280"/>
            <ac:spMk id="2" creationId="{BF5DB2CE-451C-4B4B-BAD0-4FF522B82806}"/>
          </ac:spMkLst>
        </pc:spChg>
        <pc:spChg chg="mod">
          <ac:chgData name="g li" userId="aac17fe930d11598" providerId="LiveId" clId="{F349E8EB-845D-4E2A-B638-6B00C321EF92}" dt="2025-02-13T03:45:29.632" v="427" actId="20577"/>
          <ac:spMkLst>
            <pc:docMk/>
            <pc:sldMk cId="426679274" sldId="280"/>
            <ac:spMk id="3" creationId="{93A4B315-D4C4-44B0-97B4-6C53A6D63370}"/>
          </ac:spMkLst>
        </pc:spChg>
      </pc:sldChg>
      <pc:sldChg chg="modSp mod">
        <pc:chgData name="g li" userId="aac17fe930d11598" providerId="LiveId" clId="{F349E8EB-845D-4E2A-B638-6B00C321EF92}" dt="2025-02-16T03:50:40.782" v="2096" actId="207"/>
        <pc:sldMkLst>
          <pc:docMk/>
          <pc:sldMk cId="1185238839" sldId="296"/>
        </pc:sldMkLst>
        <pc:spChg chg="mod">
          <ac:chgData name="g li" userId="aac17fe930d11598" providerId="LiveId" clId="{F349E8EB-845D-4E2A-B638-6B00C321EF92}" dt="2025-02-16T03:50:40.782" v="2096" actId="207"/>
          <ac:spMkLst>
            <pc:docMk/>
            <pc:sldMk cId="1185238839" sldId="296"/>
            <ac:spMk id="2" creationId="{0F501A56-E981-48DD-B1EA-5C41F6CCA0E6}"/>
          </ac:spMkLst>
        </pc:spChg>
      </pc:sldChg>
      <pc:sldChg chg="delSp modSp mod">
        <pc:chgData name="g li" userId="aac17fe930d11598" providerId="LiveId" clId="{F349E8EB-845D-4E2A-B638-6B00C321EF92}" dt="2025-02-16T05:01:19.879" v="2539" actId="20577"/>
        <pc:sldMkLst>
          <pc:docMk/>
          <pc:sldMk cId="2058749305" sldId="298"/>
        </pc:sldMkLst>
        <pc:spChg chg="mod">
          <ac:chgData name="g li" userId="aac17fe930d11598" providerId="LiveId" clId="{F349E8EB-845D-4E2A-B638-6B00C321EF92}" dt="2025-02-16T05:01:19.879" v="2539" actId="20577"/>
          <ac:spMkLst>
            <pc:docMk/>
            <pc:sldMk cId="2058749305" sldId="298"/>
            <ac:spMk id="2" creationId="{23C02AE2-8ED0-4E12-AAF0-34985067B5B1}"/>
          </ac:spMkLst>
        </pc:spChg>
        <pc:spChg chg="del mod">
          <ac:chgData name="g li" userId="aac17fe930d11598" providerId="LiveId" clId="{F349E8EB-845D-4E2A-B638-6B00C321EF92}" dt="2025-02-16T04:57:48.645" v="2499" actId="478"/>
          <ac:spMkLst>
            <pc:docMk/>
            <pc:sldMk cId="2058749305" sldId="298"/>
            <ac:spMk id="14" creationId="{A886C4BB-702A-BC51-FBE1-205BB2089FBF}"/>
          </ac:spMkLst>
        </pc:spChg>
        <pc:grpChg chg="del mod">
          <ac:chgData name="g li" userId="aac17fe930d11598" providerId="LiveId" clId="{F349E8EB-845D-4E2A-B638-6B00C321EF92}" dt="2025-02-16T04:57:51.911" v="2501" actId="478"/>
          <ac:grpSpMkLst>
            <pc:docMk/>
            <pc:sldMk cId="2058749305" sldId="298"/>
            <ac:grpSpMk id="17" creationId="{5D7061F8-63D0-636D-9EBA-52F45377D5D0}"/>
          </ac:grpSpMkLst>
        </pc:grpChg>
        <pc:picChg chg="del">
          <ac:chgData name="g li" userId="aac17fe930d11598" providerId="LiveId" clId="{F349E8EB-845D-4E2A-B638-6B00C321EF92}" dt="2025-02-16T04:57:24.209" v="2493" actId="478"/>
          <ac:picMkLst>
            <pc:docMk/>
            <pc:sldMk cId="2058749305" sldId="298"/>
            <ac:picMk id="4" creationId="{3853D6DD-8572-01CF-11F0-6747CCC9E98F}"/>
          </ac:picMkLst>
        </pc:picChg>
        <pc:picChg chg="del">
          <ac:chgData name="g li" userId="aac17fe930d11598" providerId="LiveId" clId="{F349E8EB-845D-4E2A-B638-6B00C321EF92}" dt="2025-02-16T04:57:26.699" v="2494" actId="478"/>
          <ac:picMkLst>
            <pc:docMk/>
            <pc:sldMk cId="2058749305" sldId="298"/>
            <ac:picMk id="6" creationId="{C7640D68-0611-6B71-E26D-65F54EF1EA5F}"/>
          </ac:picMkLst>
        </pc:picChg>
        <pc:picChg chg="del mod topLvl">
          <ac:chgData name="g li" userId="aac17fe930d11598" providerId="LiveId" clId="{F349E8EB-845D-4E2A-B638-6B00C321EF92}" dt="2025-02-16T04:57:51.911" v="2501" actId="478"/>
          <ac:picMkLst>
            <pc:docMk/>
            <pc:sldMk cId="2058749305" sldId="298"/>
            <ac:picMk id="7" creationId="{1E409B49-9BF9-EEE6-AD13-9BA52183C281}"/>
          </ac:picMkLst>
        </pc:picChg>
        <pc:picChg chg="mod topLvl">
          <ac:chgData name="g li" userId="aac17fe930d11598" providerId="LiveId" clId="{F349E8EB-845D-4E2A-B638-6B00C321EF92}" dt="2025-02-16T05:00:46.880" v="2527" actId="1076"/>
          <ac:picMkLst>
            <pc:docMk/>
            <pc:sldMk cId="2058749305" sldId="298"/>
            <ac:picMk id="1026" creationId="{E01577B1-E3E9-4F5E-BB17-E1E78AB0CA5C}"/>
          </ac:picMkLst>
        </pc:picChg>
        <pc:cxnChg chg="del">
          <ac:chgData name="g li" userId="aac17fe930d11598" providerId="LiveId" clId="{F349E8EB-845D-4E2A-B638-6B00C321EF92}" dt="2025-02-16T04:57:40.645" v="2495" actId="478"/>
          <ac:cxnSpMkLst>
            <pc:docMk/>
            <pc:sldMk cId="2058749305" sldId="298"/>
            <ac:cxnSpMk id="9" creationId="{3B9E94A1-EC47-80A9-0C94-5164E438C71E}"/>
          </ac:cxnSpMkLst>
        </pc:cxnChg>
        <pc:cxnChg chg="del">
          <ac:chgData name="g li" userId="aac17fe930d11598" providerId="LiveId" clId="{F349E8EB-845D-4E2A-B638-6B00C321EF92}" dt="2025-02-16T04:57:43.490" v="2496" actId="478"/>
          <ac:cxnSpMkLst>
            <pc:docMk/>
            <pc:sldMk cId="2058749305" sldId="298"/>
            <ac:cxnSpMk id="10" creationId="{6D422DC6-73FA-64C0-4A18-95169CD643BE}"/>
          </ac:cxnSpMkLst>
        </pc:cxnChg>
        <pc:cxnChg chg="del">
          <ac:chgData name="g li" userId="aac17fe930d11598" providerId="LiveId" clId="{F349E8EB-845D-4E2A-B638-6B00C321EF92}" dt="2025-02-16T04:57:45.593" v="2497" actId="478"/>
          <ac:cxnSpMkLst>
            <pc:docMk/>
            <pc:sldMk cId="2058749305" sldId="298"/>
            <ac:cxnSpMk id="15" creationId="{A643BBDF-1974-818B-C624-D21020AA3ADA}"/>
          </ac:cxnSpMkLst>
        </pc:cxnChg>
      </pc:sldChg>
      <pc:sldChg chg="addSp delSp modSp mod">
        <pc:chgData name="g li" userId="aac17fe930d11598" providerId="LiveId" clId="{F349E8EB-845D-4E2A-B638-6B00C321EF92}" dt="2025-02-16T04:30:06.235" v="2420"/>
        <pc:sldMkLst>
          <pc:docMk/>
          <pc:sldMk cId="3079461757" sldId="299"/>
        </pc:sldMkLst>
        <pc:spChg chg="mod">
          <ac:chgData name="g li" userId="aac17fe930d11598" providerId="LiveId" clId="{F349E8EB-845D-4E2A-B638-6B00C321EF92}" dt="2025-02-16T04:28:36.270" v="2419" actId="20577"/>
          <ac:spMkLst>
            <pc:docMk/>
            <pc:sldMk cId="3079461757" sldId="299"/>
            <ac:spMk id="2" creationId="{2B803BC3-9461-4746-A59F-7015D5A8A2C3}"/>
          </ac:spMkLst>
        </pc:spChg>
        <pc:spChg chg="mod">
          <ac:chgData name="g li" userId="aac17fe930d11598" providerId="LiveId" clId="{F349E8EB-845D-4E2A-B638-6B00C321EF92}" dt="2025-02-16T04:04:47.320" v="2185" actId="27636"/>
          <ac:spMkLst>
            <pc:docMk/>
            <pc:sldMk cId="3079461757" sldId="299"/>
            <ac:spMk id="3" creationId="{39AAC687-4BAC-4F46-8A60-B484D3350B43}"/>
          </ac:spMkLst>
        </pc:spChg>
        <pc:spChg chg="add">
          <ac:chgData name="g li" userId="aac17fe930d11598" providerId="LiveId" clId="{F349E8EB-845D-4E2A-B638-6B00C321EF92}" dt="2025-02-16T04:30:06.235" v="2420"/>
          <ac:spMkLst>
            <pc:docMk/>
            <pc:sldMk cId="3079461757" sldId="299"/>
            <ac:spMk id="4" creationId="{7604064F-82AB-7B8B-A983-7892C52CB977}"/>
          </ac:spMkLst>
        </pc:spChg>
        <pc:picChg chg="del">
          <ac:chgData name="g li" userId="aac17fe930d11598" providerId="LiveId" clId="{F349E8EB-845D-4E2A-B638-6B00C321EF92}" dt="2025-02-16T04:04:52.822" v="2186" actId="478"/>
          <ac:picMkLst>
            <pc:docMk/>
            <pc:sldMk cId="3079461757" sldId="299"/>
            <ac:picMk id="1026" creationId="{E89466EE-BB00-3247-4193-354B88731745}"/>
          </ac:picMkLst>
        </pc:picChg>
      </pc:sldChg>
      <pc:sldChg chg="delSp modSp mod">
        <pc:chgData name="g li" userId="aac17fe930d11598" providerId="LiveId" clId="{F349E8EB-845D-4E2A-B638-6B00C321EF92}" dt="2025-02-16T04:59:10.716" v="2504" actId="20577"/>
        <pc:sldMkLst>
          <pc:docMk/>
          <pc:sldMk cId="3045835843" sldId="300"/>
        </pc:sldMkLst>
        <pc:spChg chg="mod">
          <ac:chgData name="g li" userId="aac17fe930d11598" providerId="LiveId" clId="{F349E8EB-845D-4E2A-B638-6B00C321EF92}" dt="2025-02-16T04:59:10.716" v="2504" actId="20577"/>
          <ac:spMkLst>
            <pc:docMk/>
            <pc:sldMk cId="3045835843" sldId="300"/>
            <ac:spMk id="2" creationId="{E4F442FA-2232-4146-9E9D-0F2434CB4F11}"/>
          </ac:spMkLst>
        </pc:spChg>
        <pc:spChg chg="del">
          <ac:chgData name="g li" userId="aac17fe930d11598" providerId="LiveId" clId="{F349E8EB-845D-4E2A-B638-6B00C321EF92}" dt="2025-02-16T04:52:28.336" v="2473" actId="478"/>
          <ac:spMkLst>
            <pc:docMk/>
            <pc:sldMk cId="3045835843" sldId="300"/>
            <ac:spMk id="10" creationId="{9BB7F049-30A7-8FFC-892A-040ADD104B8B}"/>
          </ac:spMkLst>
        </pc:spChg>
        <pc:spChg chg="del mod">
          <ac:chgData name="g li" userId="aac17fe930d11598" providerId="LiveId" clId="{F349E8EB-845D-4E2A-B638-6B00C321EF92}" dt="2025-02-16T04:52:26.770" v="2472" actId="478"/>
          <ac:spMkLst>
            <pc:docMk/>
            <pc:sldMk cId="3045835843" sldId="300"/>
            <ac:spMk id="11" creationId="{3CF77E89-105F-D04C-2B20-70A167E9E2C9}"/>
          </ac:spMkLst>
        </pc:spChg>
        <pc:grpChg chg="del">
          <ac:chgData name="g li" userId="aac17fe930d11598" providerId="LiveId" clId="{F349E8EB-845D-4E2A-B638-6B00C321EF92}" dt="2025-02-16T04:52:21.917" v="2468" actId="478"/>
          <ac:grpSpMkLst>
            <pc:docMk/>
            <pc:sldMk cId="3045835843" sldId="300"/>
            <ac:grpSpMk id="9" creationId="{4F417AD7-3B69-3A88-A350-E095A23AE7AB}"/>
          </ac:grpSpMkLst>
        </pc:grpChg>
        <pc:grpChg chg="del">
          <ac:chgData name="g li" userId="aac17fe930d11598" providerId="LiveId" clId="{F349E8EB-845D-4E2A-B638-6B00C321EF92}" dt="2025-02-16T04:52:19.453" v="2467" actId="478"/>
          <ac:grpSpMkLst>
            <pc:docMk/>
            <pc:sldMk cId="3045835843" sldId="300"/>
            <ac:grpSpMk id="20" creationId="{BF027544-5A3B-375E-BA29-BA165E815DA2}"/>
          </ac:grpSpMkLst>
        </pc:grpChg>
        <pc:picChg chg="del">
          <ac:chgData name="g li" userId="aac17fe930d11598" providerId="LiveId" clId="{F349E8EB-845D-4E2A-B638-6B00C321EF92}" dt="2025-02-16T04:52:17.129" v="2466" actId="478"/>
          <ac:picMkLst>
            <pc:docMk/>
            <pc:sldMk cId="3045835843" sldId="300"/>
            <ac:picMk id="6" creationId="{730137BB-30C4-9DA4-2467-F09C2E65818D}"/>
          </ac:picMkLst>
        </pc:picChg>
        <pc:cxnChg chg="del mod">
          <ac:chgData name="g li" userId="aac17fe930d11598" providerId="LiveId" clId="{F349E8EB-845D-4E2A-B638-6B00C321EF92}" dt="2025-02-16T04:52:23.974" v="2470" actId="478"/>
          <ac:cxnSpMkLst>
            <pc:docMk/>
            <pc:sldMk cId="3045835843" sldId="300"/>
            <ac:cxnSpMk id="13" creationId="{A2B25D3E-1B9C-67EE-4907-1F80D89750EC}"/>
          </ac:cxnSpMkLst>
        </pc:cxnChg>
        <pc:cxnChg chg="del mod">
          <ac:chgData name="g li" userId="aac17fe930d11598" providerId="LiveId" clId="{F349E8EB-845D-4E2A-B638-6B00C321EF92}" dt="2025-02-16T04:52:23.224" v="2469" actId="478"/>
          <ac:cxnSpMkLst>
            <pc:docMk/>
            <pc:sldMk cId="3045835843" sldId="300"/>
            <ac:cxnSpMk id="15" creationId="{B62B64B1-0407-5965-E3DD-790ABEA5565B}"/>
          </ac:cxnSpMkLst>
        </pc:cxnChg>
      </pc:sldChg>
      <pc:sldChg chg="modSp mod">
        <pc:chgData name="g li" userId="aac17fe930d11598" providerId="LiveId" clId="{F349E8EB-845D-4E2A-B638-6B00C321EF92}" dt="2025-02-16T05:07:14.317" v="2648" actId="207"/>
        <pc:sldMkLst>
          <pc:docMk/>
          <pc:sldMk cId="2129827138" sldId="306"/>
        </pc:sldMkLst>
        <pc:spChg chg="mod">
          <ac:chgData name="g li" userId="aac17fe930d11598" providerId="LiveId" clId="{F349E8EB-845D-4E2A-B638-6B00C321EF92}" dt="2025-02-16T05:07:14.317" v="2648" actId="207"/>
          <ac:spMkLst>
            <pc:docMk/>
            <pc:sldMk cId="2129827138" sldId="306"/>
            <ac:spMk id="2" creationId="{21DC00BF-CDC9-4563-A809-557FA4622D0A}"/>
          </ac:spMkLst>
        </pc:spChg>
      </pc:sldChg>
      <pc:sldChg chg="modSp mod">
        <pc:chgData name="g li" userId="aac17fe930d11598" providerId="LiveId" clId="{F349E8EB-845D-4E2A-B638-6B00C321EF92}" dt="2025-02-16T05:08:21.629" v="2652" actId="207"/>
        <pc:sldMkLst>
          <pc:docMk/>
          <pc:sldMk cId="2190527497" sldId="307"/>
        </pc:sldMkLst>
        <pc:spChg chg="mod">
          <ac:chgData name="g li" userId="aac17fe930d11598" providerId="LiveId" clId="{F349E8EB-845D-4E2A-B638-6B00C321EF92}" dt="2025-02-16T05:08:21.629" v="2652" actId="207"/>
          <ac:spMkLst>
            <pc:docMk/>
            <pc:sldMk cId="2190527497" sldId="307"/>
            <ac:spMk id="2" creationId="{21DC00BF-CDC9-4563-A809-557FA4622D0A}"/>
          </ac:spMkLst>
        </pc:spChg>
      </pc:sldChg>
      <pc:sldChg chg="modSp mod">
        <pc:chgData name="g li" userId="aac17fe930d11598" providerId="LiveId" clId="{F349E8EB-845D-4E2A-B638-6B00C321EF92}" dt="2025-02-16T09:53:56.614" v="3929" actId="122"/>
        <pc:sldMkLst>
          <pc:docMk/>
          <pc:sldMk cId="2930682012" sldId="321"/>
        </pc:sldMkLst>
        <pc:spChg chg="mod">
          <ac:chgData name="g li" userId="aac17fe930d11598" providerId="LiveId" clId="{F349E8EB-845D-4E2A-B638-6B00C321EF92}" dt="2025-02-16T09:53:56.614" v="3929" actId="122"/>
          <ac:spMkLst>
            <pc:docMk/>
            <pc:sldMk cId="2930682012" sldId="321"/>
            <ac:spMk id="3" creationId="{CCB7CA29-B600-0738-6F02-20CEA485BDD9}"/>
          </ac:spMkLst>
        </pc:spChg>
      </pc:sldChg>
      <pc:sldChg chg="modSp mod">
        <pc:chgData name="g li" userId="aac17fe930d11598" providerId="LiveId" clId="{F349E8EB-845D-4E2A-B638-6B00C321EF92}" dt="2025-02-16T09:55:15.483" v="3934" actId="5793"/>
        <pc:sldMkLst>
          <pc:docMk/>
          <pc:sldMk cId="1097391271" sldId="322"/>
        </pc:sldMkLst>
        <pc:spChg chg="mod">
          <ac:chgData name="g li" userId="aac17fe930d11598" providerId="LiveId" clId="{F349E8EB-845D-4E2A-B638-6B00C321EF92}" dt="2025-02-16T09:55:15.483" v="3934" actId="5793"/>
          <ac:spMkLst>
            <pc:docMk/>
            <pc:sldMk cId="1097391271" sldId="322"/>
            <ac:spMk id="2" creationId="{A16F0E76-0D35-C644-8214-02AB41A7708F}"/>
          </ac:spMkLst>
        </pc:spChg>
      </pc:sldChg>
      <pc:sldChg chg="modSp mod">
        <pc:chgData name="g li" userId="aac17fe930d11598" providerId="LiveId" clId="{F349E8EB-845D-4E2A-B638-6B00C321EF92}" dt="2025-02-10T03:19:55.703" v="34"/>
        <pc:sldMkLst>
          <pc:docMk/>
          <pc:sldMk cId="3041995407" sldId="323"/>
        </pc:sldMkLst>
        <pc:spChg chg="mod">
          <ac:chgData name="g li" userId="aac17fe930d11598" providerId="LiveId" clId="{F349E8EB-845D-4E2A-B638-6B00C321EF92}" dt="2025-02-10T03:19:55.703" v="34"/>
          <ac:spMkLst>
            <pc:docMk/>
            <pc:sldMk cId="3041995407" sldId="323"/>
            <ac:spMk id="2" creationId="{4703DDE2-2300-8BB9-A93B-3AC8BC92E347}"/>
          </ac:spMkLst>
        </pc:spChg>
      </pc:sldChg>
      <pc:sldChg chg="new del">
        <pc:chgData name="g li" userId="aac17fe930d11598" providerId="LiveId" clId="{F349E8EB-845D-4E2A-B638-6B00C321EF92}" dt="2025-02-13T02:50:37.119" v="66" actId="2696"/>
        <pc:sldMkLst>
          <pc:docMk/>
          <pc:sldMk cId="981762022" sldId="328"/>
        </pc:sldMkLst>
      </pc:sldChg>
      <pc:sldChg chg="addSp modSp add mod ord">
        <pc:chgData name="g li" userId="aac17fe930d11598" providerId="LiveId" clId="{F349E8EB-845D-4E2A-B638-6B00C321EF92}" dt="2025-02-16T15:23:20.259" v="4500" actId="20577"/>
        <pc:sldMkLst>
          <pc:docMk/>
          <pc:sldMk cId="2229449149" sldId="329"/>
        </pc:sldMkLst>
        <pc:spChg chg="mod">
          <ac:chgData name="g li" userId="aac17fe930d11598" providerId="LiveId" clId="{F349E8EB-845D-4E2A-B638-6B00C321EF92}" dt="2025-02-16T15:23:20.259" v="4500" actId="20577"/>
          <ac:spMkLst>
            <pc:docMk/>
            <pc:sldMk cId="2229449149" sldId="329"/>
            <ac:spMk id="2" creationId="{00E62AAC-45FE-62AD-585A-680E5EDA2606}"/>
          </ac:spMkLst>
        </pc:spChg>
        <pc:spChg chg="mod">
          <ac:chgData name="g li" userId="aac17fe930d11598" providerId="LiveId" clId="{F349E8EB-845D-4E2A-B638-6B00C321EF92}" dt="2025-02-16T09:38:55.035" v="3732"/>
          <ac:spMkLst>
            <pc:docMk/>
            <pc:sldMk cId="2229449149" sldId="329"/>
            <ac:spMk id="3" creationId="{ED3065E5-9FB5-F896-7F9F-F36912DFCC1C}"/>
          </ac:spMkLst>
        </pc:spChg>
        <pc:spChg chg="add">
          <ac:chgData name="g li" userId="aac17fe930d11598" providerId="LiveId" clId="{F349E8EB-845D-4E2A-B638-6B00C321EF92}" dt="2025-02-16T09:46:56.348" v="3766"/>
          <ac:spMkLst>
            <pc:docMk/>
            <pc:sldMk cId="2229449149" sldId="329"/>
            <ac:spMk id="4" creationId="{9E68321F-BB9A-D2DA-EBEE-C5B86339F22C}"/>
          </ac:spMkLst>
        </pc:spChg>
        <pc:spChg chg="add">
          <ac:chgData name="g li" userId="aac17fe930d11598" providerId="LiveId" clId="{F349E8EB-845D-4E2A-B638-6B00C321EF92}" dt="2025-02-16T09:46:59.192" v="3767"/>
          <ac:spMkLst>
            <pc:docMk/>
            <pc:sldMk cId="2229449149" sldId="329"/>
            <ac:spMk id="5" creationId="{13697C0A-1ED6-65E2-4906-5ACD94A3433C}"/>
          </ac:spMkLst>
        </pc:spChg>
        <pc:spChg chg="add">
          <ac:chgData name="g li" userId="aac17fe930d11598" providerId="LiveId" clId="{F349E8EB-845D-4E2A-B638-6B00C321EF92}" dt="2025-02-16T09:48:45.155" v="3795"/>
          <ac:spMkLst>
            <pc:docMk/>
            <pc:sldMk cId="2229449149" sldId="329"/>
            <ac:spMk id="6" creationId="{4550E1B0-6A6B-4E0E-BC71-65BA26823130}"/>
          </ac:spMkLst>
        </pc:spChg>
        <pc:spChg chg="add">
          <ac:chgData name="g li" userId="aac17fe930d11598" providerId="LiveId" clId="{F349E8EB-845D-4E2A-B638-6B00C321EF92}" dt="2025-02-16T09:51:20.067" v="3864"/>
          <ac:spMkLst>
            <pc:docMk/>
            <pc:sldMk cId="2229449149" sldId="329"/>
            <ac:spMk id="7" creationId="{C17AD725-A3EF-AD55-A6DD-F763F5D3E608}"/>
          </ac:spMkLst>
        </pc:spChg>
        <pc:spChg chg="add mod">
          <ac:chgData name="g li" userId="aac17fe930d11598" providerId="LiveId" clId="{F349E8EB-845D-4E2A-B638-6B00C321EF92}" dt="2025-02-16T09:51:22.833" v="3866"/>
          <ac:spMkLst>
            <pc:docMk/>
            <pc:sldMk cId="2229449149" sldId="329"/>
            <ac:spMk id="8" creationId="{D6BB24B3-5C52-9686-3E04-9BD7027CE66E}"/>
          </ac:spMkLst>
        </pc:spChg>
      </pc:sldChg>
      <pc:sldChg chg="addSp delSp modSp add mod">
        <pc:chgData name="g li" userId="aac17fe930d11598" providerId="LiveId" clId="{F349E8EB-845D-4E2A-B638-6B00C321EF92}" dt="2025-02-17T12:55:59.162" v="4680" actId="20577"/>
        <pc:sldMkLst>
          <pc:docMk/>
          <pc:sldMk cId="2111200863" sldId="330"/>
        </pc:sldMkLst>
        <pc:spChg chg="mod">
          <ac:chgData name="g li" userId="aac17fe930d11598" providerId="LiveId" clId="{F349E8EB-845D-4E2A-B638-6B00C321EF92}" dt="2025-02-17T12:55:59.162" v="4680" actId="20577"/>
          <ac:spMkLst>
            <pc:docMk/>
            <pc:sldMk cId="2111200863" sldId="330"/>
            <ac:spMk id="2" creationId="{EC477EAC-7F2E-1CC6-F5B4-3AA7788D8AC6}"/>
          </ac:spMkLst>
        </pc:spChg>
        <pc:spChg chg="mod">
          <ac:chgData name="g li" userId="aac17fe930d11598" providerId="LiveId" clId="{F349E8EB-845D-4E2A-B638-6B00C321EF92}" dt="2025-02-13T03:08:42.630" v="132" actId="20577"/>
          <ac:spMkLst>
            <pc:docMk/>
            <pc:sldMk cId="2111200863" sldId="330"/>
            <ac:spMk id="3" creationId="{324C3E04-12E9-C49C-B829-B487B1E26219}"/>
          </ac:spMkLst>
        </pc:spChg>
        <pc:spChg chg="add">
          <ac:chgData name="g li" userId="aac17fe930d11598" providerId="LiveId" clId="{F349E8EB-845D-4E2A-B638-6B00C321EF92}" dt="2025-02-13T03:23:07.725" v="377"/>
          <ac:spMkLst>
            <pc:docMk/>
            <pc:sldMk cId="2111200863" sldId="330"/>
            <ac:spMk id="4" creationId="{076DFA01-1CEE-2066-4666-8C4E0C41AFD5}"/>
          </ac:spMkLst>
        </pc:spChg>
        <pc:spChg chg="add mod">
          <ac:chgData name="g li" userId="aac17fe930d11598" providerId="LiveId" clId="{F349E8EB-845D-4E2A-B638-6B00C321EF92}" dt="2025-02-13T03:24:24.670" v="378"/>
          <ac:spMkLst>
            <pc:docMk/>
            <pc:sldMk cId="2111200863" sldId="330"/>
            <ac:spMk id="5" creationId="{0F77F50F-E397-7E80-2AE4-861458DF87C4}"/>
          </ac:spMkLst>
        </pc:spChg>
        <pc:picChg chg="mod">
          <ac:chgData name="g li" userId="aac17fe930d11598" providerId="LiveId" clId="{F349E8EB-845D-4E2A-B638-6B00C321EF92}" dt="2025-02-17T12:55:48.048" v="4658" actId="1076"/>
          <ac:picMkLst>
            <pc:docMk/>
            <pc:sldMk cId="2111200863" sldId="330"/>
            <ac:picMk id="7" creationId="{4E9ED065-82E0-C552-2939-8276DC863F5A}"/>
          </ac:picMkLst>
        </pc:picChg>
        <pc:picChg chg="add mod">
          <ac:chgData name="g li" userId="aac17fe930d11598" providerId="LiveId" clId="{F349E8EB-845D-4E2A-B638-6B00C321EF92}" dt="2025-02-13T03:26:27.758" v="392" actId="14100"/>
          <ac:picMkLst>
            <pc:docMk/>
            <pc:sldMk cId="2111200863" sldId="330"/>
            <ac:picMk id="9" creationId="{D3E2ACBD-F00D-2119-78B9-A482E375C835}"/>
          </ac:picMkLst>
        </pc:picChg>
        <pc:picChg chg="mod">
          <ac:chgData name="g li" userId="aac17fe930d11598" providerId="LiveId" clId="{F349E8EB-845D-4E2A-B638-6B00C321EF92}" dt="2025-02-17T12:55:41.214" v="4657" actId="1076"/>
          <ac:picMkLst>
            <pc:docMk/>
            <pc:sldMk cId="2111200863" sldId="330"/>
            <ac:picMk id="1028" creationId="{33F3518E-C3EB-10CE-BC55-FA2253C84070}"/>
          </ac:picMkLst>
        </pc:picChg>
      </pc:sldChg>
      <pc:sldChg chg="addSp delSp modSp new mod ord setBg">
        <pc:chgData name="g li" userId="aac17fe930d11598" providerId="LiveId" clId="{F349E8EB-845D-4E2A-B638-6B00C321EF92}" dt="2025-02-15T11:03:00.941" v="1850"/>
        <pc:sldMkLst>
          <pc:docMk/>
          <pc:sldMk cId="2783706504" sldId="331"/>
        </pc:sldMkLst>
      </pc:sldChg>
      <pc:sldChg chg="modSp add mod">
        <pc:chgData name="g li" userId="aac17fe930d11598" providerId="LiveId" clId="{F349E8EB-845D-4E2A-B638-6B00C321EF92}" dt="2025-02-13T11:22:14.191" v="1552" actId="20577"/>
        <pc:sldMkLst>
          <pc:docMk/>
          <pc:sldMk cId="3486811896" sldId="332"/>
        </pc:sldMkLst>
        <pc:spChg chg="mod">
          <ac:chgData name="g li" userId="aac17fe930d11598" providerId="LiveId" clId="{F349E8EB-845D-4E2A-B638-6B00C321EF92}" dt="2025-02-13T11:22:14.191" v="1552" actId="20577"/>
          <ac:spMkLst>
            <pc:docMk/>
            <pc:sldMk cId="3486811896" sldId="332"/>
            <ac:spMk id="2" creationId="{0F4A35E7-BFFF-9815-1942-E42403F354A1}"/>
          </ac:spMkLst>
        </pc:spChg>
        <pc:spChg chg="mod">
          <ac:chgData name="g li" userId="aac17fe930d11598" providerId="LiveId" clId="{F349E8EB-845D-4E2A-B638-6B00C321EF92}" dt="2025-02-13T11:21:45.351" v="1536"/>
          <ac:spMkLst>
            <pc:docMk/>
            <pc:sldMk cId="3486811896" sldId="332"/>
            <ac:spMk id="3" creationId="{900E6469-2305-472C-E642-377055A1ECC8}"/>
          </ac:spMkLst>
        </pc:spChg>
      </pc:sldChg>
      <pc:sldChg chg="addSp delSp modSp add mod">
        <pc:chgData name="g li" userId="aac17fe930d11598" providerId="LiveId" clId="{F349E8EB-845D-4E2A-B638-6B00C321EF92}" dt="2025-02-13T10:47:57.027" v="856" actId="1076"/>
        <pc:sldMkLst>
          <pc:docMk/>
          <pc:sldMk cId="575860543" sldId="333"/>
        </pc:sldMkLst>
        <pc:spChg chg="mod">
          <ac:chgData name="g li" userId="aac17fe930d11598" providerId="LiveId" clId="{F349E8EB-845D-4E2A-B638-6B00C321EF92}" dt="2025-02-13T10:45:52.756" v="837" actId="20577"/>
          <ac:spMkLst>
            <pc:docMk/>
            <pc:sldMk cId="575860543" sldId="333"/>
            <ac:spMk id="2" creationId="{E598F7C9-07BA-8745-96C8-891D9F9043E0}"/>
          </ac:spMkLst>
        </pc:spChg>
        <pc:spChg chg="mod">
          <ac:chgData name="g li" userId="aac17fe930d11598" providerId="LiveId" clId="{F349E8EB-845D-4E2A-B638-6B00C321EF92}" dt="2025-02-13T04:09:42.240" v="562" actId="20577"/>
          <ac:spMkLst>
            <pc:docMk/>
            <pc:sldMk cId="575860543" sldId="333"/>
            <ac:spMk id="3" creationId="{6656D0FD-127E-7BF5-59C6-29538E8F14BE}"/>
          </ac:spMkLst>
        </pc:spChg>
        <pc:picChg chg="add mod">
          <ac:chgData name="g li" userId="aac17fe930d11598" providerId="LiveId" clId="{F349E8EB-845D-4E2A-B638-6B00C321EF92}" dt="2025-02-13T10:35:26.017" v="579" actId="1076"/>
          <ac:picMkLst>
            <pc:docMk/>
            <pc:sldMk cId="575860543" sldId="333"/>
            <ac:picMk id="9" creationId="{0BD4561A-6110-A03E-A20C-3A0B4C408D53}"/>
          </ac:picMkLst>
        </pc:picChg>
        <pc:picChg chg="add mod">
          <ac:chgData name="g li" userId="aac17fe930d11598" providerId="LiveId" clId="{F349E8EB-845D-4E2A-B638-6B00C321EF92}" dt="2025-02-13T10:44:03.224" v="744" actId="14100"/>
          <ac:picMkLst>
            <pc:docMk/>
            <pc:sldMk cId="575860543" sldId="333"/>
            <ac:picMk id="15" creationId="{63910C04-8E47-F4EA-75E8-C52678402A00}"/>
          </ac:picMkLst>
        </pc:picChg>
        <pc:picChg chg="add mod">
          <ac:chgData name="g li" userId="aac17fe930d11598" providerId="LiveId" clId="{F349E8EB-845D-4E2A-B638-6B00C321EF92}" dt="2025-02-13T10:47:57.027" v="856" actId="1076"/>
          <ac:picMkLst>
            <pc:docMk/>
            <pc:sldMk cId="575860543" sldId="333"/>
            <ac:picMk id="21" creationId="{C0951445-36DB-DB4F-0FE9-E9C5F3A15738}"/>
          </ac:picMkLst>
        </pc:picChg>
      </pc:sldChg>
      <pc:sldChg chg="addSp delSp modSp add mod modNotesTx">
        <pc:chgData name="g li" userId="aac17fe930d11598" providerId="LiveId" clId="{F349E8EB-845D-4E2A-B638-6B00C321EF92}" dt="2025-02-13T11:43:18.646" v="1705" actId="20577"/>
        <pc:sldMkLst>
          <pc:docMk/>
          <pc:sldMk cId="938633217" sldId="334"/>
        </pc:sldMkLst>
        <pc:spChg chg="mod">
          <ac:chgData name="g li" userId="aac17fe930d11598" providerId="LiveId" clId="{F349E8EB-845D-4E2A-B638-6B00C321EF92}" dt="2025-02-13T11:05:50.857" v="1300" actId="20577"/>
          <ac:spMkLst>
            <pc:docMk/>
            <pc:sldMk cId="938633217" sldId="334"/>
            <ac:spMk id="2" creationId="{9B346CF0-0588-0992-AE7F-ACF643B1321D}"/>
          </ac:spMkLst>
        </pc:spChg>
        <pc:spChg chg="mod">
          <ac:chgData name="g li" userId="aac17fe930d11598" providerId="LiveId" clId="{F349E8EB-845D-4E2A-B638-6B00C321EF92}" dt="2025-02-13T10:48:54.051" v="898" actId="20577"/>
          <ac:spMkLst>
            <pc:docMk/>
            <pc:sldMk cId="938633217" sldId="334"/>
            <ac:spMk id="3" creationId="{57F335C1-4D7F-A648-8051-F5E93AE25BF3}"/>
          </ac:spMkLst>
        </pc:spChg>
        <pc:picChg chg="add mod">
          <ac:chgData name="g li" userId="aac17fe930d11598" providerId="LiveId" clId="{F349E8EB-845D-4E2A-B638-6B00C321EF92}" dt="2025-02-13T11:05:25.562" v="1283" actId="1076"/>
          <ac:picMkLst>
            <pc:docMk/>
            <pc:sldMk cId="938633217" sldId="334"/>
            <ac:picMk id="5" creationId="{B16872B1-B3ED-CA52-317B-52FBD9F99D4C}"/>
          </ac:picMkLst>
        </pc:picChg>
        <pc:picChg chg="add mod">
          <ac:chgData name="g li" userId="aac17fe930d11598" providerId="LiveId" clId="{F349E8EB-845D-4E2A-B638-6B00C321EF92}" dt="2025-02-13T11:05:58.318" v="1301" actId="1076"/>
          <ac:picMkLst>
            <pc:docMk/>
            <pc:sldMk cId="938633217" sldId="334"/>
            <ac:picMk id="7" creationId="{7245A0FA-5B1B-0576-97F8-15BE4A3BE94B}"/>
          </ac:picMkLst>
        </pc:picChg>
      </pc:sldChg>
      <pc:sldChg chg="addSp delSp modSp add mod">
        <pc:chgData name="g li" userId="aac17fe930d11598" providerId="LiveId" clId="{F349E8EB-845D-4E2A-B638-6B00C321EF92}" dt="2025-02-13T11:21:14.115" v="1535" actId="1076"/>
        <pc:sldMkLst>
          <pc:docMk/>
          <pc:sldMk cId="165059033" sldId="335"/>
        </pc:sldMkLst>
        <pc:spChg chg="mod">
          <ac:chgData name="g li" userId="aac17fe930d11598" providerId="LiveId" clId="{F349E8EB-845D-4E2A-B638-6B00C321EF92}" dt="2025-02-13T11:20:05.237" v="1528" actId="20577"/>
          <ac:spMkLst>
            <pc:docMk/>
            <pc:sldMk cId="165059033" sldId="335"/>
            <ac:spMk id="2" creationId="{C61331CD-83CB-79EB-1EC2-F95D2DA1B242}"/>
          </ac:spMkLst>
        </pc:spChg>
        <pc:picChg chg="add mod">
          <ac:chgData name="g li" userId="aac17fe930d11598" providerId="LiveId" clId="{F349E8EB-845D-4E2A-B638-6B00C321EF92}" dt="2025-02-13T11:21:14.115" v="1535" actId="1076"/>
          <ac:picMkLst>
            <pc:docMk/>
            <pc:sldMk cId="165059033" sldId="335"/>
            <ac:picMk id="6" creationId="{449EEBD1-6BBC-AA5B-C4D9-A6F6AC420E76}"/>
          </ac:picMkLst>
        </pc:picChg>
        <pc:picChg chg="add mod">
          <ac:chgData name="g li" userId="aac17fe930d11598" providerId="LiveId" clId="{F349E8EB-845D-4E2A-B638-6B00C321EF92}" dt="2025-02-13T11:20:48.222" v="1533" actId="1076"/>
          <ac:picMkLst>
            <pc:docMk/>
            <pc:sldMk cId="165059033" sldId="335"/>
            <ac:picMk id="9" creationId="{B62CE6F5-D805-B56C-8087-22793A6C893D}"/>
          </ac:picMkLst>
        </pc:picChg>
      </pc:sldChg>
      <pc:sldChg chg="addSp delSp modSp add mod">
        <pc:chgData name="g li" userId="aac17fe930d11598" providerId="LiveId" clId="{F349E8EB-845D-4E2A-B638-6B00C321EF92}" dt="2025-02-13T11:41:15.255" v="1700" actId="478"/>
        <pc:sldMkLst>
          <pc:docMk/>
          <pc:sldMk cId="429927399" sldId="336"/>
        </pc:sldMkLst>
        <pc:spChg chg="add del mod">
          <ac:chgData name="g li" userId="aac17fe930d11598" providerId="LiveId" clId="{F349E8EB-845D-4E2A-B638-6B00C321EF92}" dt="2025-02-13T11:39:18.872" v="1673" actId="20577"/>
          <ac:spMkLst>
            <pc:docMk/>
            <pc:sldMk cId="429927399" sldId="336"/>
            <ac:spMk id="2" creationId="{C40B3F1B-872E-FF3F-9CAB-7186DC3E11DD}"/>
          </ac:spMkLst>
        </pc:spChg>
        <pc:picChg chg="add mod">
          <ac:chgData name="g li" userId="aac17fe930d11598" providerId="LiveId" clId="{F349E8EB-845D-4E2A-B638-6B00C321EF92}" dt="2025-02-13T11:37:43.013" v="1611" actId="1076"/>
          <ac:picMkLst>
            <pc:docMk/>
            <pc:sldMk cId="429927399" sldId="336"/>
            <ac:picMk id="8" creationId="{5A2F697B-2F0F-B5BA-6B25-80C127B47050}"/>
          </ac:picMkLst>
        </pc:picChg>
        <pc:picChg chg="add mod">
          <ac:chgData name="g li" userId="aac17fe930d11598" providerId="LiveId" clId="{F349E8EB-845D-4E2A-B638-6B00C321EF92}" dt="2025-02-13T11:40:37.472" v="1695" actId="1076"/>
          <ac:picMkLst>
            <pc:docMk/>
            <pc:sldMk cId="429927399" sldId="336"/>
            <ac:picMk id="16" creationId="{E139356F-17D1-EC86-C606-85E1105F8B8C}"/>
          </ac:picMkLst>
        </pc:picChg>
      </pc:sldChg>
      <pc:sldChg chg="addSp delSp modSp add mod ord">
        <pc:chgData name="g li" userId="aac17fe930d11598" providerId="LiveId" clId="{F349E8EB-845D-4E2A-B638-6B00C321EF92}" dt="2025-02-15T11:02:58.744" v="1848"/>
        <pc:sldMkLst>
          <pc:docMk/>
          <pc:sldMk cId="64017169" sldId="337"/>
        </pc:sldMkLst>
        <pc:picChg chg="add mod">
          <ac:chgData name="g li" userId="aac17fe930d11598" providerId="LiveId" clId="{F349E8EB-845D-4E2A-B638-6B00C321EF92}" dt="2025-02-15T10:18:07.107" v="1723" actId="962"/>
          <ac:picMkLst>
            <pc:docMk/>
            <pc:sldMk cId="64017169" sldId="337"/>
            <ac:picMk id="6" creationId="{FE9ADB2C-FBA0-CA0C-1AAB-3FA953306157}"/>
          </ac:picMkLst>
        </pc:picChg>
      </pc:sldChg>
      <pc:sldChg chg="modSp add mod">
        <pc:chgData name="g li" userId="aac17fe930d11598" providerId="LiveId" clId="{F349E8EB-845D-4E2A-B638-6B00C321EF92}" dt="2025-02-15T10:35:06.818" v="1846" actId="20577"/>
        <pc:sldMkLst>
          <pc:docMk/>
          <pc:sldMk cId="2119013567" sldId="338"/>
        </pc:sldMkLst>
      </pc:sldChg>
      <pc:sldChg chg="addSp delSp modSp add del mod">
        <pc:chgData name="g li" userId="aac17fe930d11598" providerId="LiveId" clId="{F349E8EB-845D-4E2A-B638-6B00C321EF92}" dt="2025-02-15T11:07:03.301" v="1976" actId="2696"/>
        <pc:sldMkLst>
          <pc:docMk/>
          <pc:sldMk cId="302920349" sldId="339"/>
        </pc:sldMkLst>
      </pc:sldChg>
      <pc:sldChg chg="addSp modSp add mod ord">
        <pc:chgData name="g li" userId="aac17fe930d11598" providerId="LiveId" clId="{F349E8EB-845D-4E2A-B638-6B00C321EF92}" dt="2025-02-15T11:06:59.722" v="1975" actId="1076"/>
        <pc:sldMkLst>
          <pc:docMk/>
          <pc:sldMk cId="1888715028" sldId="340"/>
        </pc:sldMkLst>
        <pc:spChg chg="mod">
          <ac:chgData name="g li" userId="aac17fe930d11598" providerId="LiveId" clId="{F349E8EB-845D-4E2A-B638-6B00C321EF92}" dt="2025-02-15T11:06:55.852" v="1974" actId="20577"/>
          <ac:spMkLst>
            <pc:docMk/>
            <pc:sldMk cId="1888715028" sldId="340"/>
            <ac:spMk id="2" creationId="{BB2E44AC-7F02-7B8F-6879-860C5F810D7D}"/>
          </ac:spMkLst>
        </pc:spChg>
        <pc:spChg chg="mod">
          <ac:chgData name="g li" userId="aac17fe930d11598" providerId="LiveId" clId="{F349E8EB-845D-4E2A-B638-6B00C321EF92}" dt="2025-02-15T11:06:51.650" v="1973" actId="20577"/>
          <ac:spMkLst>
            <pc:docMk/>
            <pc:sldMk cId="1888715028" sldId="340"/>
            <ac:spMk id="3" creationId="{F1CBB385-798B-A7EF-C6E7-4BC3BDEB538C}"/>
          </ac:spMkLst>
        </pc:spChg>
        <pc:picChg chg="add mod">
          <ac:chgData name="g li" userId="aac17fe930d11598" providerId="LiveId" clId="{F349E8EB-845D-4E2A-B638-6B00C321EF92}" dt="2025-02-15T11:06:59.722" v="1975" actId="1076"/>
          <ac:picMkLst>
            <pc:docMk/>
            <pc:sldMk cId="1888715028" sldId="340"/>
            <ac:picMk id="5" creationId="{C431C33B-6C76-F514-8DD4-052D312A9473}"/>
          </ac:picMkLst>
        </pc:picChg>
      </pc:sldChg>
      <pc:sldChg chg="modSp add mod">
        <pc:chgData name="g li" userId="aac17fe930d11598" providerId="LiveId" clId="{F349E8EB-845D-4E2A-B638-6B00C321EF92}" dt="2025-02-16T05:13:35.098" v="3072" actId="20577"/>
        <pc:sldMkLst>
          <pc:docMk/>
          <pc:sldMk cId="3696359542" sldId="342"/>
        </pc:sldMkLst>
        <pc:spChg chg="mod">
          <ac:chgData name="g li" userId="aac17fe930d11598" providerId="LiveId" clId="{F349E8EB-845D-4E2A-B638-6B00C321EF92}" dt="2025-02-16T05:13:35.098" v="3072" actId="20577"/>
          <ac:spMkLst>
            <pc:docMk/>
            <pc:sldMk cId="3696359542" sldId="342"/>
            <ac:spMk id="2" creationId="{D128D69B-09C2-4414-1038-5AEB8E27A013}"/>
          </ac:spMkLst>
        </pc:spChg>
      </pc:sldChg>
      <pc:sldChg chg="delSp modSp add mod ord">
        <pc:chgData name="g li" userId="aac17fe930d11598" providerId="LiveId" clId="{F349E8EB-845D-4E2A-B638-6B00C321EF92}" dt="2025-02-16T04:20:56.645" v="2346" actId="207"/>
        <pc:sldMkLst>
          <pc:docMk/>
          <pc:sldMk cId="2441891763" sldId="343"/>
        </pc:sldMkLst>
        <pc:spChg chg="mod">
          <ac:chgData name="g li" userId="aac17fe930d11598" providerId="LiveId" clId="{F349E8EB-845D-4E2A-B638-6B00C321EF92}" dt="2025-02-16T04:20:56.645" v="2346" actId="207"/>
          <ac:spMkLst>
            <pc:docMk/>
            <pc:sldMk cId="2441891763" sldId="343"/>
            <ac:spMk id="2" creationId="{B487CDC4-34B2-8068-BE9B-3481EE3FDC86}"/>
          </ac:spMkLst>
        </pc:spChg>
        <pc:spChg chg="mod">
          <ac:chgData name="g li" userId="aac17fe930d11598" providerId="LiveId" clId="{F349E8EB-845D-4E2A-B638-6B00C321EF92}" dt="2025-02-16T04:00:26.057" v="2123" actId="20577"/>
          <ac:spMkLst>
            <pc:docMk/>
            <pc:sldMk cId="2441891763" sldId="343"/>
            <ac:spMk id="8" creationId="{7551B4B5-130E-8A8F-CD5D-3E3732D8705B}"/>
          </ac:spMkLst>
        </pc:spChg>
        <pc:spChg chg="del">
          <ac:chgData name="g li" userId="aac17fe930d11598" providerId="LiveId" clId="{F349E8EB-845D-4E2A-B638-6B00C321EF92}" dt="2025-02-16T04:00:32.371" v="2127" actId="478"/>
          <ac:spMkLst>
            <pc:docMk/>
            <pc:sldMk cId="2441891763" sldId="343"/>
            <ac:spMk id="10" creationId="{5E8014A4-F18C-A931-D056-49DD1B3EA9BB}"/>
          </ac:spMkLst>
        </pc:spChg>
        <pc:spChg chg="del mod">
          <ac:chgData name="g li" userId="aac17fe930d11598" providerId="LiveId" clId="{F349E8EB-845D-4E2A-B638-6B00C321EF92}" dt="2025-02-16T04:00:46.305" v="2128" actId="478"/>
          <ac:spMkLst>
            <pc:docMk/>
            <pc:sldMk cId="2441891763" sldId="343"/>
            <ac:spMk id="11" creationId="{65655E3E-5A81-C4A3-00DE-200E5120D052}"/>
          </ac:spMkLst>
        </pc:spChg>
        <pc:grpChg chg="del">
          <ac:chgData name="g li" userId="aac17fe930d11598" providerId="LiveId" clId="{F349E8EB-845D-4E2A-B638-6B00C321EF92}" dt="2025-02-16T04:00:47.351" v="2129" actId="478"/>
          <ac:grpSpMkLst>
            <pc:docMk/>
            <pc:sldMk cId="2441891763" sldId="343"/>
            <ac:grpSpMk id="9" creationId="{7FBE20CD-B9E1-1470-34C7-3C77FC13577C}"/>
          </ac:grpSpMkLst>
        </pc:grpChg>
        <pc:grpChg chg="del">
          <ac:chgData name="g li" userId="aac17fe930d11598" providerId="LiveId" clId="{F349E8EB-845D-4E2A-B638-6B00C321EF92}" dt="2025-02-16T04:00:25.447" v="2122" actId="478"/>
          <ac:grpSpMkLst>
            <pc:docMk/>
            <pc:sldMk cId="2441891763" sldId="343"/>
            <ac:grpSpMk id="20" creationId="{7F4070AD-6CA1-085B-DFC9-E45AC86779A6}"/>
          </ac:grpSpMkLst>
        </pc:grpChg>
        <pc:picChg chg="del">
          <ac:chgData name="g li" userId="aac17fe930d11598" providerId="LiveId" clId="{F349E8EB-845D-4E2A-B638-6B00C321EF92}" dt="2025-02-16T04:00:24.807" v="2121" actId="478"/>
          <ac:picMkLst>
            <pc:docMk/>
            <pc:sldMk cId="2441891763" sldId="343"/>
            <ac:picMk id="6" creationId="{D0789652-D805-BE50-6F8A-D2C024EC4144}"/>
          </ac:picMkLst>
        </pc:picChg>
        <pc:cxnChg chg="del mod">
          <ac:chgData name="g li" userId="aac17fe930d11598" providerId="LiveId" clId="{F349E8EB-845D-4E2A-B638-6B00C321EF92}" dt="2025-02-16T04:00:48.086" v="2130" actId="478"/>
          <ac:cxnSpMkLst>
            <pc:docMk/>
            <pc:sldMk cId="2441891763" sldId="343"/>
            <ac:cxnSpMk id="13" creationId="{AC21EA18-89BF-AC56-CD4F-D6E04BC060BD}"/>
          </ac:cxnSpMkLst>
        </pc:cxnChg>
        <pc:cxnChg chg="del mod">
          <ac:chgData name="g li" userId="aac17fe930d11598" providerId="LiveId" clId="{F349E8EB-845D-4E2A-B638-6B00C321EF92}" dt="2025-02-16T04:00:27.166" v="2124" actId="478"/>
          <ac:cxnSpMkLst>
            <pc:docMk/>
            <pc:sldMk cId="2441891763" sldId="343"/>
            <ac:cxnSpMk id="15" creationId="{C53F3EB9-BE71-61F1-8BC7-9B58D796CB4F}"/>
          </ac:cxnSpMkLst>
        </pc:cxnChg>
      </pc:sldChg>
      <pc:sldChg chg="add del">
        <pc:chgData name="g li" userId="aac17fe930d11598" providerId="LiveId" clId="{F349E8EB-845D-4E2A-B638-6B00C321EF92}" dt="2025-02-16T04:50:04.348" v="2445" actId="2696"/>
        <pc:sldMkLst>
          <pc:docMk/>
          <pc:sldMk cId="1659012986" sldId="344"/>
        </pc:sldMkLst>
      </pc:sldChg>
      <pc:sldChg chg="addSp delSp modSp add mod">
        <pc:chgData name="g li" userId="aac17fe930d11598" providerId="LiveId" clId="{F349E8EB-845D-4E2A-B638-6B00C321EF92}" dt="2025-02-16T04:49:50.098" v="2444" actId="1076"/>
        <pc:sldMkLst>
          <pc:docMk/>
          <pc:sldMk cId="1123059095" sldId="345"/>
        </pc:sldMkLst>
        <pc:spChg chg="del mod">
          <ac:chgData name="g li" userId="aac17fe930d11598" providerId="LiveId" clId="{F349E8EB-845D-4E2A-B638-6B00C321EF92}" dt="2025-02-16T04:47:39.068" v="2426" actId="478"/>
          <ac:spMkLst>
            <pc:docMk/>
            <pc:sldMk cId="1123059095" sldId="345"/>
            <ac:spMk id="2" creationId="{39E8E1FF-0368-1903-AECA-09EA0F860382}"/>
          </ac:spMkLst>
        </pc:spChg>
        <pc:spChg chg="add del">
          <ac:chgData name="g li" userId="aac17fe930d11598" providerId="LiveId" clId="{F349E8EB-845D-4E2A-B638-6B00C321EF92}" dt="2025-02-16T04:48:48.989" v="2434" actId="478"/>
          <ac:spMkLst>
            <pc:docMk/>
            <pc:sldMk cId="1123059095" sldId="345"/>
            <ac:spMk id="3" creationId="{DA838F0A-F233-6E53-1293-9CCB7960DE66}"/>
          </ac:spMkLst>
        </pc:spChg>
        <pc:spChg chg="add del">
          <ac:chgData name="g li" userId="aac17fe930d11598" providerId="LiveId" clId="{F349E8EB-845D-4E2A-B638-6B00C321EF92}" dt="2025-02-16T04:48:56.410" v="2436" actId="478"/>
          <ac:spMkLst>
            <pc:docMk/>
            <pc:sldMk cId="1123059095" sldId="345"/>
            <ac:spMk id="4" creationId="{23DD93B4-AA36-C725-C871-2DE31E558D59}"/>
          </ac:spMkLst>
        </pc:spChg>
        <pc:spChg chg="add del mod">
          <ac:chgData name="g li" userId="aac17fe930d11598" providerId="LiveId" clId="{F349E8EB-845D-4E2A-B638-6B00C321EF92}" dt="2025-02-16T04:47:39.068" v="2426" actId="478"/>
          <ac:spMkLst>
            <pc:docMk/>
            <pc:sldMk cId="1123059095" sldId="345"/>
            <ac:spMk id="5" creationId="{438EA3AB-19E7-FDC3-DB0E-AD5EE2F3A4FF}"/>
          </ac:spMkLst>
        </pc:spChg>
        <pc:spChg chg="add del mod">
          <ac:chgData name="g li" userId="aac17fe930d11598" providerId="LiveId" clId="{F349E8EB-845D-4E2A-B638-6B00C321EF92}" dt="2025-02-16T04:47:57.615" v="2428"/>
          <ac:spMkLst>
            <pc:docMk/>
            <pc:sldMk cId="1123059095" sldId="345"/>
            <ac:spMk id="6" creationId="{A8ECF537-D947-2AFB-206B-C95F3B308C36}"/>
          </ac:spMkLst>
        </pc:spChg>
        <pc:spChg chg="add del mod">
          <ac:chgData name="g li" userId="aac17fe930d11598" providerId="LiveId" clId="{F349E8EB-845D-4E2A-B638-6B00C321EF92}" dt="2025-02-16T04:48:50.926" v="2435" actId="478"/>
          <ac:spMkLst>
            <pc:docMk/>
            <pc:sldMk cId="1123059095" sldId="345"/>
            <ac:spMk id="7" creationId="{C7F89044-7BF5-926D-A7DB-3B6FBE530AA7}"/>
          </ac:spMkLst>
        </pc:spChg>
        <pc:spChg chg="add del mod">
          <ac:chgData name="g li" userId="aac17fe930d11598" providerId="LiveId" clId="{F349E8EB-845D-4E2A-B638-6B00C321EF92}" dt="2025-02-16T04:48:13.661" v="2429" actId="22"/>
          <ac:spMkLst>
            <pc:docMk/>
            <pc:sldMk cId="1123059095" sldId="345"/>
            <ac:spMk id="8" creationId="{84B7EFED-A66D-5D6C-5B65-8067D0FD76FF}"/>
          </ac:spMkLst>
        </pc:spChg>
        <pc:spChg chg="add del mod">
          <ac:chgData name="g li" userId="aac17fe930d11598" providerId="LiveId" clId="{F349E8EB-845D-4E2A-B638-6B00C321EF92}" dt="2025-02-16T04:48:41.832" v="2432" actId="478"/>
          <ac:spMkLst>
            <pc:docMk/>
            <pc:sldMk cId="1123059095" sldId="345"/>
            <ac:spMk id="11" creationId="{34E98045-9DD0-8EBF-44A2-7D96ABBF29EC}"/>
          </ac:spMkLst>
        </pc:spChg>
        <pc:spChg chg="add mod">
          <ac:chgData name="g li" userId="aac17fe930d11598" providerId="LiveId" clId="{F349E8EB-845D-4E2A-B638-6B00C321EF92}" dt="2025-02-16T04:48:46.348" v="2433" actId="478"/>
          <ac:spMkLst>
            <pc:docMk/>
            <pc:sldMk cId="1123059095" sldId="345"/>
            <ac:spMk id="12" creationId="{AFCB94FC-636B-8481-94C1-4CE0F0359C55}"/>
          </ac:spMkLst>
        </pc:spChg>
        <pc:spChg chg="add mod">
          <ac:chgData name="g li" userId="aac17fe930d11598" providerId="LiveId" clId="{F349E8EB-845D-4E2A-B638-6B00C321EF92}" dt="2025-02-16T04:48:46.348" v="2433" actId="478"/>
          <ac:spMkLst>
            <pc:docMk/>
            <pc:sldMk cId="1123059095" sldId="345"/>
            <ac:spMk id="13" creationId="{505BA423-99AF-5778-A550-4A205F984EF3}"/>
          </ac:spMkLst>
        </pc:spChg>
        <pc:picChg chg="add del mod ord">
          <ac:chgData name="g li" userId="aac17fe930d11598" providerId="LiveId" clId="{F349E8EB-845D-4E2A-B638-6B00C321EF92}" dt="2025-02-16T04:49:39.567" v="2443" actId="1076"/>
          <ac:picMkLst>
            <pc:docMk/>
            <pc:sldMk cId="1123059095" sldId="345"/>
            <ac:picMk id="10" creationId="{24C162D9-8BEE-AC0B-1F70-86FF7E47E501}"/>
          </ac:picMkLst>
        </pc:picChg>
        <pc:picChg chg="add mod">
          <ac:chgData name="g li" userId="aac17fe930d11598" providerId="LiveId" clId="{F349E8EB-845D-4E2A-B638-6B00C321EF92}" dt="2025-02-16T04:49:50.098" v="2444" actId="1076"/>
          <ac:picMkLst>
            <pc:docMk/>
            <pc:sldMk cId="1123059095" sldId="345"/>
            <ac:picMk id="15" creationId="{AC7BB588-E718-B218-3443-73F1D568CCA7}"/>
          </ac:picMkLst>
        </pc:picChg>
      </pc:sldChg>
      <pc:sldChg chg="modSp add mod ord">
        <pc:chgData name="g li" userId="aac17fe930d11598" providerId="LiveId" clId="{F349E8EB-845D-4E2A-B638-6B00C321EF92}" dt="2025-02-16T05:08:51.192" v="2660" actId="20577"/>
        <pc:sldMkLst>
          <pc:docMk/>
          <pc:sldMk cId="993138404" sldId="346"/>
        </pc:sldMkLst>
        <pc:spChg chg="mod">
          <ac:chgData name="g li" userId="aac17fe930d11598" providerId="LiveId" clId="{F349E8EB-845D-4E2A-B638-6B00C321EF92}" dt="2025-02-16T05:08:51.192" v="2660" actId="20577"/>
          <ac:spMkLst>
            <pc:docMk/>
            <pc:sldMk cId="993138404" sldId="346"/>
            <ac:spMk id="2" creationId="{DD1F8B60-160D-AE89-935E-47A288625722}"/>
          </ac:spMkLst>
        </pc:spChg>
      </pc:sldChg>
      <pc:sldChg chg="add del">
        <pc:chgData name="g li" userId="aac17fe930d11598" providerId="LiveId" clId="{F349E8EB-845D-4E2A-B638-6B00C321EF92}" dt="2025-02-16T04:56:42.130" v="2492" actId="2696"/>
        <pc:sldMkLst>
          <pc:docMk/>
          <pc:sldMk cId="2260879014" sldId="346"/>
        </pc:sldMkLst>
      </pc:sldChg>
      <pc:sldChg chg="modSp add del mod">
        <pc:chgData name="g li" userId="aac17fe930d11598" providerId="LiveId" clId="{F349E8EB-845D-4E2A-B638-6B00C321EF92}" dt="2025-02-16T05:02:52.817" v="2542" actId="2696"/>
        <pc:sldMkLst>
          <pc:docMk/>
          <pc:sldMk cId="3328303061" sldId="346"/>
        </pc:sldMkLst>
        <pc:spChg chg="mod">
          <ac:chgData name="g li" userId="aac17fe930d11598" providerId="LiveId" clId="{F349E8EB-845D-4E2A-B638-6B00C321EF92}" dt="2025-02-16T05:02:15.906" v="2541"/>
          <ac:spMkLst>
            <pc:docMk/>
            <pc:sldMk cId="3328303061" sldId="346"/>
            <ac:spMk id="2" creationId="{C8DA178F-25C5-9265-748F-C1F7BFD85536}"/>
          </ac:spMkLst>
        </pc:spChg>
      </pc:sldChg>
      <pc:sldChg chg="delSp modSp add mod">
        <pc:chgData name="g li" userId="aac17fe930d11598" providerId="LiveId" clId="{F349E8EB-845D-4E2A-B638-6B00C321EF92}" dt="2025-02-17T06:50:49.880" v="4651" actId="207"/>
        <pc:sldMkLst>
          <pc:docMk/>
          <pc:sldMk cId="767731508" sldId="347"/>
        </pc:sldMkLst>
        <pc:spChg chg="mod">
          <ac:chgData name="g li" userId="aac17fe930d11598" providerId="LiveId" clId="{F349E8EB-845D-4E2A-B638-6B00C321EF92}" dt="2025-02-17T06:50:49.880" v="4651" actId="207"/>
          <ac:spMkLst>
            <pc:docMk/>
            <pc:sldMk cId="767731508" sldId="347"/>
            <ac:spMk id="2" creationId="{8BA02CA9-A337-5260-BD7E-F6E9FE7304A9}"/>
          </ac:spMkLst>
        </pc:spChg>
        <pc:spChg chg="mod">
          <ac:chgData name="g li" userId="aac17fe930d11598" providerId="LiveId" clId="{F349E8EB-845D-4E2A-B638-6B00C321EF92}" dt="2025-02-16T05:29:14.483" v="3655" actId="20577"/>
          <ac:spMkLst>
            <pc:docMk/>
            <pc:sldMk cId="767731508" sldId="347"/>
            <ac:spMk id="3" creationId="{1769A7E8-1ED1-B0BD-3108-6B7A07B18E1A}"/>
          </ac:spMkLst>
        </pc:spChg>
        <pc:spChg chg="del mod">
          <ac:chgData name="g li" userId="aac17fe930d11598" providerId="LiveId" clId="{F349E8EB-845D-4E2A-B638-6B00C321EF92}" dt="2025-02-16T05:25:32.676" v="3280" actId="478"/>
          <ac:spMkLst>
            <pc:docMk/>
            <pc:sldMk cId="767731508" sldId="347"/>
            <ac:spMk id="5" creationId="{C8CA0C48-5F3C-9DED-D0B2-4595B1FA19A8}"/>
          </ac:spMkLst>
        </pc:spChg>
      </pc:sldChg>
      <pc:sldChg chg="add del">
        <pc:chgData name="g li" userId="aac17fe930d11598" providerId="LiveId" clId="{F349E8EB-845D-4E2A-B638-6B00C321EF92}" dt="2025-02-16T15:22:50.532" v="4488" actId="2696"/>
        <pc:sldMkLst>
          <pc:docMk/>
          <pc:sldMk cId="2330492798" sldId="348"/>
        </pc:sldMkLst>
      </pc:sldChg>
      <pc:sldChg chg="modSp add mod">
        <pc:chgData name="g li" userId="aac17fe930d11598" providerId="LiveId" clId="{F349E8EB-845D-4E2A-B638-6B00C321EF92}" dt="2025-02-17T04:40:37.192" v="4547" actId="20577"/>
        <pc:sldMkLst>
          <pc:docMk/>
          <pc:sldMk cId="2014846060" sldId="349"/>
        </pc:sldMkLst>
        <pc:spChg chg="mod">
          <ac:chgData name="g li" userId="aac17fe930d11598" providerId="LiveId" clId="{F349E8EB-845D-4E2A-B638-6B00C321EF92}" dt="2025-02-17T04:40:37.192" v="4547" actId="20577"/>
          <ac:spMkLst>
            <pc:docMk/>
            <pc:sldMk cId="2014846060" sldId="349"/>
            <ac:spMk id="2" creationId="{5E1A2A2A-42AB-C4B6-861F-C6490D365813}"/>
          </ac:spMkLst>
        </pc:spChg>
      </pc:sldChg>
      <pc:sldChg chg="add">
        <pc:chgData name="g li" userId="aac17fe930d11598" providerId="LiveId" clId="{F349E8EB-845D-4E2A-B638-6B00C321EF92}" dt="2025-02-16T10:15:41.311" v="4036"/>
        <pc:sldMkLst>
          <pc:docMk/>
          <pc:sldMk cId="0" sldId="358"/>
        </pc:sldMkLst>
      </pc:sldChg>
      <pc:sldChg chg="add">
        <pc:chgData name="g li" userId="aac17fe930d11598" providerId="LiveId" clId="{F349E8EB-845D-4E2A-B638-6B00C321EF92}" dt="2025-02-16T10:15:41.311" v="4036"/>
        <pc:sldMkLst>
          <pc:docMk/>
          <pc:sldMk cId="0" sldId="360"/>
        </pc:sldMkLst>
      </pc:sldChg>
      <pc:sldChg chg="add">
        <pc:chgData name="g li" userId="aac17fe930d11598" providerId="LiveId" clId="{F349E8EB-845D-4E2A-B638-6B00C321EF92}" dt="2025-02-16T10:15:41.311" v="4036"/>
        <pc:sldMkLst>
          <pc:docMk/>
          <pc:sldMk cId="0" sldId="361"/>
        </pc:sldMkLst>
      </pc:sldChg>
      <pc:sldChg chg="modSp add mod">
        <pc:chgData name="g li" userId="aac17fe930d11598" providerId="LiveId" clId="{F349E8EB-845D-4E2A-B638-6B00C321EF92}" dt="2025-02-16T15:14:54.509" v="4487"/>
        <pc:sldMkLst>
          <pc:docMk/>
          <pc:sldMk cId="0" sldId="377"/>
        </pc:sldMkLst>
        <pc:spChg chg="mod">
          <ac:chgData name="g li" userId="aac17fe930d11598" providerId="LiveId" clId="{F349E8EB-845D-4E2A-B638-6B00C321EF92}" dt="2025-02-16T15:14:54.509" v="4487"/>
          <ac:spMkLst>
            <pc:docMk/>
            <pc:sldMk cId="0" sldId="377"/>
            <ac:spMk id="97284" creationId="{00000000-0000-0000-0000-000000000000}"/>
          </ac:spMkLst>
        </pc:spChg>
      </pc:sldChg>
      <pc:sldChg chg="addSp delSp modSp add mod">
        <pc:chgData name="g li" userId="aac17fe930d11598" providerId="LiveId" clId="{F349E8EB-845D-4E2A-B638-6B00C321EF92}" dt="2025-02-16T15:14:24.510" v="4486" actId="1076"/>
        <pc:sldMkLst>
          <pc:docMk/>
          <pc:sldMk cId="0" sldId="378"/>
        </pc:sldMkLst>
        <pc:spChg chg="add mod">
          <ac:chgData name="g li" userId="aac17fe930d11598" providerId="LiveId" clId="{F349E8EB-845D-4E2A-B638-6B00C321EF92}" dt="2025-02-16T15:14:24.510" v="4486" actId="1076"/>
          <ac:spMkLst>
            <pc:docMk/>
            <pc:sldMk cId="0" sldId="378"/>
            <ac:spMk id="2" creationId="{1C993DFC-348A-7433-7CA7-8EE760D87052}"/>
          </ac:spMkLst>
        </pc:spChg>
        <pc:spChg chg="mod">
          <ac:chgData name="g li" userId="aac17fe930d11598" providerId="LiveId" clId="{F349E8EB-845D-4E2A-B638-6B00C321EF92}" dt="2025-02-16T15:14:05.360" v="4482" actId="20577"/>
          <ac:spMkLst>
            <pc:docMk/>
            <pc:sldMk cId="0" sldId="378"/>
            <ac:spMk id="98307" creationId="{00000000-0000-0000-0000-000000000000}"/>
          </ac:spMkLst>
        </pc:spChg>
        <pc:spChg chg="mod">
          <ac:chgData name="g li" userId="aac17fe930d11598" providerId="LiveId" clId="{F349E8EB-845D-4E2A-B638-6B00C321EF92}" dt="2025-02-16T15:14:12.908" v="4483" actId="1076"/>
          <ac:spMkLst>
            <pc:docMk/>
            <pc:sldMk cId="0" sldId="378"/>
            <ac:spMk id="98308" creationId="{00000000-0000-0000-0000-000000000000}"/>
          </ac:spMkLst>
        </pc:spChg>
        <pc:spChg chg="del">
          <ac:chgData name="g li" userId="aac17fe930d11598" providerId="LiveId" clId="{F349E8EB-845D-4E2A-B638-6B00C321EF92}" dt="2025-02-16T15:14:15.917" v="4484" actId="478"/>
          <ac:spMkLst>
            <pc:docMk/>
            <pc:sldMk cId="0" sldId="378"/>
            <ac:spMk id="98309" creationId="{00000000-0000-0000-0000-000000000000}"/>
          </ac:spMkLst>
        </pc:spChg>
      </pc:sldChg>
      <pc:sldChg chg="addSp delSp modSp add mod">
        <pc:chgData name="g li" userId="aac17fe930d11598" providerId="LiveId" clId="{F349E8EB-845D-4E2A-B638-6B00C321EF92}" dt="2025-02-16T15:13:45.394" v="4477" actId="20577"/>
        <pc:sldMkLst>
          <pc:docMk/>
          <pc:sldMk cId="0" sldId="393"/>
        </pc:sldMkLst>
        <pc:spChg chg="mod">
          <ac:chgData name="g li" userId="aac17fe930d11598" providerId="LiveId" clId="{F349E8EB-845D-4E2A-B638-6B00C321EF92}" dt="2025-02-16T15:13:45.394" v="4477" actId="20577"/>
          <ac:spMkLst>
            <pc:docMk/>
            <pc:sldMk cId="0" sldId="393"/>
            <ac:spMk id="83971" creationId="{00000000-0000-0000-0000-000000000000}"/>
          </ac:spMkLst>
        </pc:spChg>
        <pc:spChg chg="mod">
          <ac:chgData name="g li" userId="aac17fe930d11598" providerId="LiveId" clId="{F349E8EB-845D-4E2A-B638-6B00C321EF92}" dt="2025-02-16T10:34:09.260" v="4171" actId="1076"/>
          <ac:spMkLst>
            <pc:docMk/>
            <pc:sldMk cId="0" sldId="393"/>
            <ac:spMk id="83972" creationId="{00000000-0000-0000-0000-000000000000}"/>
          </ac:spMkLst>
        </pc:spChg>
        <pc:picChg chg="add mod">
          <ac:chgData name="g li" userId="aac17fe930d11598" providerId="LiveId" clId="{F349E8EB-845D-4E2A-B638-6B00C321EF92}" dt="2025-02-16T15:13:11.700" v="4464" actId="1076"/>
          <ac:picMkLst>
            <pc:docMk/>
            <pc:sldMk cId="0" sldId="393"/>
            <ac:picMk id="3" creationId="{9CCB76A9-8510-84ED-697C-5B317AD3C577}"/>
          </ac:picMkLst>
        </pc:picChg>
        <pc:picChg chg="add del mod">
          <ac:chgData name="g li" userId="aac17fe930d11598" providerId="LiveId" clId="{F349E8EB-845D-4E2A-B638-6B00C321EF92}" dt="2025-02-16T10:31:26.818" v="4149" actId="478"/>
          <ac:picMkLst>
            <pc:docMk/>
            <pc:sldMk cId="0" sldId="393"/>
            <ac:picMk id="3" creationId="{FA1CF04C-C0DE-D01B-43DA-929A0BCCCE4B}"/>
          </ac:picMkLst>
        </pc:picChg>
        <pc:picChg chg="add mod">
          <ac:chgData name="g li" userId="aac17fe930d11598" providerId="LiveId" clId="{F349E8EB-845D-4E2A-B638-6B00C321EF92}" dt="2025-02-16T10:34:24.197" v="4176" actId="1076"/>
          <ac:picMkLst>
            <pc:docMk/>
            <pc:sldMk cId="0" sldId="393"/>
            <ac:picMk id="5" creationId="{6CFB68A4-6535-029F-B94E-609EDAE74895}"/>
          </ac:picMkLst>
        </pc:picChg>
        <pc:picChg chg="add del mod">
          <ac:chgData name="g li" userId="aac17fe930d11598" providerId="LiveId" clId="{F349E8EB-845D-4E2A-B638-6B00C321EF92}" dt="2025-02-16T15:13:01.741" v="4460" actId="478"/>
          <ac:picMkLst>
            <pc:docMk/>
            <pc:sldMk cId="0" sldId="393"/>
            <ac:picMk id="7" creationId="{BEA5E3A1-AA1D-D18C-0479-0D9170EAAD53}"/>
          </ac:picMkLst>
        </pc:picChg>
        <pc:picChg chg="del mod">
          <ac:chgData name="g li" userId="aac17fe930d11598" providerId="LiveId" clId="{F349E8EB-845D-4E2A-B638-6B00C321EF92}" dt="2025-02-16T10:30:22.780" v="4139" actId="478"/>
          <ac:picMkLst>
            <pc:docMk/>
            <pc:sldMk cId="0" sldId="393"/>
            <ac:picMk id="83973" creationId="{00000000-0000-0000-0000-000000000000}"/>
          </ac:picMkLst>
        </pc:picChg>
        <pc:picChg chg="del mod">
          <ac:chgData name="g li" userId="aac17fe930d11598" providerId="LiveId" clId="{F349E8EB-845D-4E2A-B638-6B00C321EF92}" dt="2025-02-16T10:32:01.710" v="4154" actId="478"/>
          <ac:picMkLst>
            <pc:docMk/>
            <pc:sldMk cId="0" sldId="393"/>
            <ac:picMk id="83974" creationId="{00000000-0000-0000-0000-000000000000}"/>
          </ac:picMkLst>
        </pc:picChg>
      </pc:sldChg>
      <pc:sldChg chg="modSp add mod">
        <pc:chgData name="g li" userId="aac17fe930d11598" providerId="LiveId" clId="{F349E8EB-845D-4E2A-B638-6B00C321EF92}" dt="2025-02-16T10:37:41.132" v="4318" actId="20577"/>
        <pc:sldMkLst>
          <pc:docMk/>
          <pc:sldMk cId="0" sldId="394"/>
        </pc:sldMkLst>
        <pc:spChg chg="mod">
          <ac:chgData name="g li" userId="aac17fe930d11598" providerId="LiveId" clId="{F349E8EB-845D-4E2A-B638-6B00C321EF92}" dt="2025-02-16T10:37:41.132" v="4318" actId="20577"/>
          <ac:spMkLst>
            <pc:docMk/>
            <pc:sldMk cId="0" sldId="394"/>
            <ac:spMk id="84995" creationId="{00000000-0000-0000-0000-000000000000}"/>
          </ac:spMkLst>
        </pc:spChg>
        <pc:spChg chg="mod">
          <ac:chgData name="g li" userId="aac17fe930d11598" providerId="LiveId" clId="{F349E8EB-845D-4E2A-B638-6B00C321EF92}" dt="2025-02-16T10:35:46.723" v="4204" actId="1076"/>
          <ac:spMkLst>
            <pc:docMk/>
            <pc:sldMk cId="0" sldId="394"/>
            <ac:spMk id="84996" creationId="{00000000-0000-0000-0000-000000000000}"/>
          </ac:spMkLst>
        </pc:spChg>
      </pc:sldChg>
    </pc:docChg>
  </pc:docChgLst>
  <pc:docChgLst>
    <pc:chgData name="g li" userId="aac17fe930d11598" providerId="LiveId" clId="{39AAAB58-F873-0B49-A70B-595FA7E0CFA7}"/>
    <pc:docChg chg="undo custSel addSld delSld modSld sldOrd">
      <pc:chgData name="g li" userId="aac17fe930d11598" providerId="LiveId" clId="{39AAAB58-F873-0B49-A70B-595FA7E0CFA7}" dt="2025-02-17T09:40:01.039" v="293" actId="2696"/>
      <pc:docMkLst>
        <pc:docMk/>
      </pc:docMkLst>
      <pc:sldChg chg="modSp mod">
        <pc:chgData name="g li" userId="aac17fe930d11598" providerId="LiveId" clId="{39AAAB58-F873-0B49-A70B-595FA7E0CFA7}" dt="2025-02-17T07:19:18.366" v="284" actId="20577"/>
        <pc:sldMkLst>
          <pc:docMk/>
          <pc:sldMk cId="426679274" sldId="280"/>
        </pc:sldMkLst>
        <pc:spChg chg="mod">
          <ac:chgData name="g li" userId="aac17fe930d11598" providerId="LiveId" clId="{39AAAB58-F873-0B49-A70B-595FA7E0CFA7}" dt="2025-02-17T07:19:18.366" v="284" actId="20577"/>
          <ac:spMkLst>
            <pc:docMk/>
            <pc:sldMk cId="426679274" sldId="280"/>
            <ac:spMk id="2" creationId="{BF5DB2CE-451C-4B4B-BAD0-4FF522B82806}"/>
          </ac:spMkLst>
        </pc:spChg>
      </pc:sldChg>
      <pc:sldChg chg="modSp mod">
        <pc:chgData name="g li" userId="aac17fe930d11598" providerId="LiveId" clId="{39AAAB58-F873-0B49-A70B-595FA7E0CFA7}" dt="2025-02-17T03:40:58.852" v="193" actId="108"/>
        <pc:sldMkLst>
          <pc:docMk/>
          <pc:sldMk cId="1064737412" sldId="284"/>
        </pc:sldMkLst>
        <pc:spChg chg="mod">
          <ac:chgData name="g li" userId="aac17fe930d11598" providerId="LiveId" clId="{39AAAB58-F873-0B49-A70B-595FA7E0CFA7}" dt="2025-02-17T03:40:58.852" v="193" actId="108"/>
          <ac:spMkLst>
            <pc:docMk/>
            <pc:sldMk cId="1064737412" sldId="284"/>
            <ac:spMk id="4" creationId="{5A426CFD-17CF-431A-9E99-4C6EA36B14DF}"/>
          </ac:spMkLst>
        </pc:spChg>
      </pc:sldChg>
      <pc:sldChg chg="modSp mod">
        <pc:chgData name="g li" userId="aac17fe930d11598" providerId="LiveId" clId="{39AAAB58-F873-0B49-A70B-595FA7E0CFA7}" dt="2025-02-17T07:19:31.442" v="291" actId="122"/>
        <pc:sldMkLst>
          <pc:docMk/>
          <pc:sldMk cId="783789387" sldId="294"/>
        </pc:sldMkLst>
        <pc:spChg chg="mod">
          <ac:chgData name="g li" userId="aac17fe930d11598" providerId="LiveId" clId="{39AAAB58-F873-0B49-A70B-595FA7E0CFA7}" dt="2025-02-17T07:19:31.442" v="291" actId="122"/>
          <ac:spMkLst>
            <pc:docMk/>
            <pc:sldMk cId="783789387" sldId="294"/>
            <ac:spMk id="3" creationId="{4D72AFC0-9E8B-43DD-97E3-170D97DEBD85}"/>
          </ac:spMkLst>
        </pc:spChg>
      </pc:sldChg>
      <pc:sldChg chg="del">
        <pc:chgData name="g li" userId="aac17fe930d11598" providerId="LiveId" clId="{39AAAB58-F873-0B49-A70B-595FA7E0CFA7}" dt="2025-02-15T14:46:06.746" v="102" actId="2696"/>
        <pc:sldMkLst>
          <pc:docMk/>
          <pc:sldMk cId="2761775459" sldId="295"/>
        </pc:sldMkLst>
      </pc:sldChg>
      <pc:sldChg chg="modSp mod">
        <pc:chgData name="g li" userId="aac17fe930d11598" providerId="LiveId" clId="{39AAAB58-F873-0B49-A70B-595FA7E0CFA7}" dt="2025-02-15T15:53:20.384" v="177" actId="1076"/>
        <pc:sldMkLst>
          <pc:docMk/>
          <pc:sldMk cId="2931109022" sldId="297"/>
        </pc:sldMkLst>
        <pc:spChg chg="mod">
          <ac:chgData name="g li" userId="aac17fe930d11598" providerId="LiveId" clId="{39AAAB58-F873-0B49-A70B-595FA7E0CFA7}" dt="2025-02-15T15:53:00.230" v="173" actId="20577"/>
          <ac:spMkLst>
            <pc:docMk/>
            <pc:sldMk cId="2931109022" sldId="297"/>
            <ac:spMk id="3" creationId="{C9F746E4-9D32-4859-8BBB-711F47C3AECC}"/>
          </ac:spMkLst>
        </pc:spChg>
        <pc:picChg chg="mod">
          <ac:chgData name="g li" userId="aac17fe930d11598" providerId="LiveId" clId="{39AAAB58-F873-0B49-A70B-595FA7E0CFA7}" dt="2025-02-15T15:53:17.013" v="176" actId="1076"/>
          <ac:picMkLst>
            <pc:docMk/>
            <pc:sldMk cId="2931109022" sldId="297"/>
            <ac:picMk id="5" creationId="{3AE6EBAF-2D47-423D-B679-6FA1820D050D}"/>
          </ac:picMkLst>
        </pc:picChg>
        <pc:picChg chg="mod">
          <ac:chgData name="g li" userId="aac17fe930d11598" providerId="LiveId" clId="{39AAAB58-F873-0B49-A70B-595FA7E0CFA7}" dt="2025-02-15T15:53:20.384" v="177" actId="1076"/>
          <ac:picMkLst>
            <pc:docMk/>
            <pc:sldMk cId="2931109022" sldId="297"/>
            <ac:picMk id="7" creationId="{79AE8C39-BC90-4800-8193-C88B990453F8}"/>
          </ac:picMkLst>
        </pc:picChg>
      </pc:sldChg>
      <pc:sldChg chg="modSp mod">
        <pc:chgData name="g li" userId="aac17fe930d11598" providerId="LiveId" clId="{39AAAB58-F873-0B49-A70B-595FA7E0CFA7}" dt="2025-02-17T07:16:05.722" v="277" actId="20577"/>
        <pc:sldMkLst>
          <pc:docMk/>
          <pc:sldMk cId="1573192188" sldId="318"/>
        </pc:sldMkLst>
        <pc:spChg chg="mod">
          <ac:chgData name="g li" userId="aac17fe930d11598" providerId="LiveId" clId="{39AAAB58-F873-0B49-A70B-595FA7E0CFA7}" dt="2025-02-17T07:16:05.722" v="277" actId="20577"/>
          <ac:spMkLst>
            <pc:docMk/>
            <pc:sldMk cId="1573192188" sldId="318"/>
            <ac:spMk id="2" creationId="{36FD3F11-7B93-8534-B57A-30B7723B7F72}"/>
          </ac:spMkLst>
        </pc:spChg>
      </pc:sldChg>
      <pc:sldChg chg="del">
        <pc:chgData name="g li" userId="aac17fe930d11598" providerId="LiveId" clId="{39AAAB58-F873-0B49-A70B-595FA7E0CFA7}" dt="2025-02-17T07:11:24.782" v="237" actId="2696"/>
        <pc:sldMkLst>
          <pc:docMk/>
          <pc:sldMk cId="1497025622" sldId="327"/>
        </pc:sldMkLst>
      </pc:sldChg>
      <pc:sldChg chg="modSp mod">
        <pc:chgData name="g li" userId="aac17fe930d11598" providerId="LiveId" clId="{39AAAB58-F873-0B49-A70B-595FA7E0CFA7}" dt="2025-02-17T07:06:16.938" v="222" actId="20577"/>
        <pc:sldMkLst>
          <pc:docMk/>
          <pc:sldMk cId="2229449149" sldId="329"/>
        </pc:sldMkLst>
        <pc:spChg chg="mod">
          <ac:chgData name="g li" userId="aac17fe930d11598" providerId="LiveId" clId="{39AAAB58-F873-0B49-A70B-595FA7E0CFA7}" dt="2025-02-17T07:06:16.938" v="222" actId="20577"/>
          <ac:spMkLst>
            <pc:docMk/>
            <pc:sldMk cId="2229449149" sldId="329"/>
            <ac:spMk id="2" creationId="{00E62AAC-45FE-62AD-585A-680E5EDA2606}"/>
          </ac:spMkLst>
        </pc:spChg>
      </pc:sldChg>
      <pc:sldChg chg="addSp delSp modSp mod">
        <pc:chgData name="g li" userId="aac17fe930d11598" providerId="LiveId" clId="{39AAAB58-F873-0B49-A70B-595FA7E0CFA7}" dt="2025-02-15T14:59:40.022" v="152" actId="14100"/>
        <pc:sldMkLst>
          <pc:docMk/>
          <pc:sldMk cId="2111200863" sldId="330"/>
        </pc:sldMkLst>
        <pc:spChg chg="mod">
          <ac:chgData name="g li" userId="aac17fe930d11598" providerId="LiveId" clId="{39AAAB58-F873-0B49-A70B-595FA7E0CFA7}" dt="2025-02-15T14:59:08.468" v="145" actId="20577"/>
          <ac:spMkLst>
            <pc:docMk/>
            <pc:sldMk cId="2111200863" sldId="330"/>
            <ac:spMk id="2" creationId="{EC477EAC-7F2E-1CC6-F5B4-3AA7788D8AC6}"/>
          </ac:spMkLst>
        </pc:spChg>
        <pc:picChg chg="add mod">
          <ac:chgData name="g li" userId="aac17fe930d11598" providerId="LiveId" clId="{39AAAB58-F873-0B49-A70B-595FA7E0CFA7}" dt="2025-02-15T14:59:35.247" v="151" actId="1076"/>
          <ac:picMkLst>
            <pc:docMk/>
            <pc:sldMk cId="2111200863" sldId="330"/>
            <ac:picMk id="7" creationId="{4E9ED065-82E0-C552-2939-8276DC863F5A}"/>
          </ac:picMkLst>
        </pc:picChg>
        <pc:picChg chg="mod">
          <ac:chgData name="g li" userId="aac17fe930d11598" providerId="LiveId" clId="{39AAAB58-F873-0B49-A70B-595FA7E0CFA7}" dt="2025-02-15T14:59:40.022" v="152" actId="14100"/>
          <ac:picMkLst>
            <pc:docMk/>
            <pc:sldMk cId="2111200863" sldId="330"/>
            <ac:picMk id="9" creationId="{D3E2ACBD-F00D-2119-78B9-A482E375C835}"/>
          </ac:picMkLst>
        </pc:picChg>
        <pc:picChg chg="add mod">
          <ac:chgData name="g li" userId="aac17fe930d11598" providerId="LiveId" clId="{39AAAB58-F873-0B49-A70B-595FA7E0CFA7}" dt="2025-02-15T14:59:31.868" v="150" actId="1076"/>
          <ac:picMkLst>
            <pc:docMk/>
            <pc:sldMk cId="2111200863" sldId="330"/>
            <ac:picMk id="1028" creationId="{33F3518E-C3EB-10CE-BC55-FA2253C84070}"/>
          </ac:picMkLst>
        </pc:picChg>
      </pc:sldChg>
      <pc:sldChg chg="del">
        <pc:chgData name="g li" userId="aac17fe930d11598" providerId="LiveId" clId="{39AAAB58-F873-0B49-A70B-595FA7E0CFA7}" dt="2025-02-17T09:40:01.039" v="293" actId="2696"/>
        <pc:sldMkLst>
          <pc:docMk/>
          <pc:sldMk cId="2783706504" sldId="331"/>
        </pc:sldMkLst>
      </pc:sldChg>
      <pc:sldChg chg="del">
        <pc:chgData name="g li" userId="aac17fe930d11598" providerId="LiveId" clId="{39AAAB58-F873-0B49-A70B-595FA7E0CFA7}" dt="2025-02-17T09:39:57.056" v="292" actId="2696"/>
        <pc:sldMkLst>
          <pc:docMk/>
          <pc:sldMk cId="2119013567" sldId="338"/>
        </pc:sldMkLst>
      </pc:sldChg>
      <pc:sldChg chg="modSp mod">
        <pc:chgData name="g li" userId="aac17fe930d11598" providerId="LiveId" clId="{39AAAB58-F873-0B49-A70B-595FA7E0CFA7}" dt="2025-02-17T02:51:37.607" v="189" actId="20577"/>
        <pc:sldMkLst>
          <pc:docMk/>
          <pc:sldMk cId="1888715028" sldId="340"/>
        </pc:sldMkLst>
        <pc:spChg chg="mod">
          <ac:chgData name="g li" userId="aac17fe930d11598" providerId="LiveId" clId="{39AAAB58-F873-0B49-A70B-595FA7E0CFA7}" dt="2025-02-17T02:51:37.607" v="189" actId="20577"/>
          <ac:spMkLst>
            <pc:docMk/>
            <pc:sldMk cId="1888715028" sldId="340"/>
            <ac:spMk id="3" creationId="{F1CBB385-798B-A7EF-C6E7-4BC3BDEB538C}"/>
          </ac:spMkLst>
        </pc:spChg>
      </pc:sldChg>
      <pc:sldChg chg="addSp modSp add mod ord">
        <pc:chgData name="g li" userId="aac17fe930d11598" providerId="LiveId" clId="{39AAAB58-F873-0B49-A70B-595FA7E0CFA7}" dt="2025-02-15T14:43:51.514" v="101" actId="1076"/>
        <pc:sldMkLst>
          <pc:docMk/>
          <pc:sldMk cId="2927917683" sldId="341"/>
        </pc:sldMkLst>
        <pc:spChg chg="mod">
          <ac:chgData name="g li" userId="aac17fe930d11598" providerId="LiveId" clId="{39AAAB58-F873-0B49-A70B-595FA7E0CFA7}" dt="2025-02-15T14:43:33.239" v="99" actId="14100"/>
          <ac:spMkLst>
            <pc:docMk/>
            <pc:sldMk cId="2927917683" sldId="341"/>
            <ac:spMk id="2" creationId="{DF3023C0-3295-4CFC-86DA-A3F851AD21FB}"/>
          </ac:spMkLst>
        </pc:spChg>
        <pc:spChg chg="mod">
          <ac:chgData name="g li" userId="aac17fe930d11598" providerId="LiveId" clId="{39AAAB58-F873-0B49-A70B-595FA7E0CFA7}" dt="2025-02-15T14:39:31.325" v="46" actId="20577"/>
          <ac:spMkLst>
            <pc:docMk/>
            <pc:sldMk cId="2927917683" sldId="341"/>
            <ac:spMk id="3" creationId="{5E300785-6727-4880-85DB-407AD09E5F40}"/>
          </ac:spMkLst>
        </pc:spChg>
        <pc:picChg chg="add mod">
          <ac:chgData name="g li" userId="aac17fe930d11598" providerId="LiveId" clId="{39AAAB58-F873-0B49-A70B-595FA7E0CFA7}" dt="2025-02-15T14:43:51.514" v="101" actId="1076"/>
          <ac:picMkLst>
            <pc:docMk/>
            <pc:sldMk cId="2927917683" sldId="341"/>
            <ac:picMk id="4" creationId="{C0E7E10A-E590-4732-9662-4D676BC40451}"/>
          </ac:picMkLst>
        </pc:picChg>
      </pc:sldChg>
      <pc:sldChg chg="modSp mod">
        <pc:chgData name="g li" userId="aac17fe930d11598" providerId="LiveId" clId="{39AAAB58-F873-0B49-A70B-595FA7E0CFA7}" dt="2025-02-17T07:08:14.798" v="236" actId="20577"/>
        <pc:sldMkLst>
          <pc:docMk/>
          <pc:sldMk cId="2441891763" sldId="343"/>
        </pc:sldMkLst>
        <pc:spChg chg="mod">
          <ac:chgData name="g li" userId="aac17fe930d11598" providerId="LiveId" clId="{39AAAB58-F873-0B49-A70B-595FA7E0CFA7}" dt="2025-02-17T07:08:14.798" v="236" actId="20577"/>
          <ac:spMkLst>
            <pc:docMk/>
            <pc:sldMk cId="2441891763" sldId="343"/>
            <ac:spMk id="2" creationId="{B487CDC4-34B2-8068-BE9B-3481EE3FDC86}"/>
          </ac:spMkLst>
        </pc:spChg>
      </pc:sldChg>
      <pc:sldChg chg="modSp add del mod">
        <pc:chgData name="g li" userId="aac17fe930d11598" providerId="LiveId" clId="{39AAAB58-F873-0B49-A70B-595FA7E0CFA7}" dt="2025-02-17T07:16:19.103" v="278" actId="2696"/>
        <pc:sldMkLst>
          <pc:docMk/>
          <pc:sldMk cId="0" sldId="355"/>
        </pc:sldMkLst>
        <pc:spChg chg="mod">
          <ac:chgData name="g li" userId="aac17fe930d11598" providerId="LiveId" clId="{39AAAB58-F873-0B49-A70B-595FA7E0CFA7}" dt="2025-02-17T07:13:25.406" v="239"/>
          <ac:spMkLst>
            <pc:docMk/>
            <pc:sldMk cId="0" sldId="355"/>
            <ac:spMk id="28674" creationId="{00000000-0000-0000-0000-000000000000}"/>
          </ac:spMkLst>
        </pc:spChg>
      </pc:sldChg>
      <pc:sldChg chg="modSp add mod ord">
        <pc:chgData name="g li" userId="aac17fe930d11598" providerId="LiveId" clId="{39AAAB58-F873-0B49-A70B-595FA7E0CFA7}" dt="2025-02-17T07:13:57.162" v="243" actId="1076"/>
        <pc:sldMkLst>
          <pc:docMk/>
          <pc:sldMk cId="0" sldId="598"/>
        </pc:sldMkLst>
        <pc:spChg chg="mod">
          <ac:chgData name="g li" userId="aac17fe930d11598" providerId="LiveId" clId="{39AAAB58-F873-0B49-A70B-595FA7E0CFA7}" dt="2025-02-17T07:13:57.162" v="243" actId="1076"/>
          <ac:spMkLst>
            <pc:docMk/>
            <pc:sldMk cId="0" sldId="598"/>
            <ac:spMk id="2" creationId="{00000000-0000-0000-0000-000000000000}"/>
          </ac:spMkLst>
        </pc:spChg>
        <pc:spChg chg="mod">
          <ac:chgData name="g li" userId="aac17fe930d11598" providerId="LiveId" clId="{39AAAB58-F873-0B49-A70B-595FA7E0CFA7}" dt="2025-02-17T07:13:31.214" v="240"/>
          <ac:spMkLst>
            <pc:docMk/>
            <pc:sldMk cId="0" sldId="598"/>
            <ac:spMk id="28674" creationId="{00000000-0000-0000-0000-000000000000}"/>
          </ac:spMkLst>
        </pc:spChg>
        <pc:spChg chg="mod">
          <ac:chgData name="g li" userId="aac17fe930d11598" providerId="LiveId" clId="{39AAAB58-F873-0B49-A70B-595FA7E0CFA7}" dt="2025-02-17T07:13:50.960" v="242" actId="1076"/>
          <ac:spMkLst>
            <pc:docMk/>
            <pc:sldMk cId="0" sldId="598"/>
            <ac:spMk id="28676" creationId="{00000000-0000-0000-0000-000000000000}"/>
          </ac:spMkLst>
        </pc:spChg>
      </pc:sldChg>
      <pc:sldChg chg="add">
        <pc:chgData name="g li" userId="aac17fe930d11598" providerId="LiveId" clId="{39AAAB58-F873-0B49-A70B-595FA7E0CFA7}" dt="2025-02-17T07:16:55.449" v="279"/>
        <pc:sldMkLst>
          <pc:docMk/>
          <pc:sldMk cId="0" sldId="60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E1839-00B0-4585-B33C-3EBF964B4921}" type="datetimeFigureOut">
              <a:rPr lang="zh-CN" altLang="en-US" smtClean="0"/>
              <a:t>2025/2/17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7C66-103A-4870-B6DB-A39648795298}" type="slidenum">
              <a:rPr lang="zh-CN" altLang="en-US" smtClean="0"/>
              <a:t>‹#›</a:t>
            </a:fld>
            <a:endParaRPr lang="zh-CN" altLang="en-US"/>
          </a:p>
        </p:txBody>
      </p:sp>
    </p:spTree>
    <p:extLst>
      <p:ext uri="{BB962C8B-B14F-4D97-AF65-F5344CB8AC3E}">
        <p14:creationId xmlns:p14="http://schemas.microsoft.com/office/powerpoint/2010/main" val="2658706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a:t>章标题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1</a:t>
            </a:fld>
            <a:endParaRPr lang="zh-CN" altLang="en-US"/>
          </a:p>
        </p:txBody>
      </p:sp>
    </p:spTree>
    <p:extLst>
      <p:ext uri="{BB962C8B-B14F-4D97-AF65-F5344CB8AC3E}">
        <p14:creationId xmlns:p14="http://schemas.microsoft.com/office/powerpoint/2010/main" val="1177581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标题和内容</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2</a:t>
            </a:fld>
            <a:endParaRPr lang="zh-CN" altLang="en-US"/>
          </a:p>
        </p:txBody>
      </p:sp>
    </p:spTree>
    <p:extLst>
      <p:ext uri="{BB962C8B-B14F-4D97-AF65-F5344CB8AC3E}">
        <p14:creationId xmlns:p14="http://schemas.microsoft.com/office/powerpoint/2010/main" val="944332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A1042-0821-1640-81A7-5A78D22097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D176DB-84EF-D282-B480-6FF98517692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FA683BA-CAD7-A6F9-AF09-AA077FE39124}"/>
              </a:ext>
            </a:extLst>
          </p:cNvPr>
          <p:cNvSpPr>
            <a:spLocks noGrp="1"/>
          </p:cNvSpPr>
          <p:nvPr>
            <p:ph type="body" idx="1"/>
          </p:nvPr>
        </p:nvSpPr>
        <p:spPr/>
        <p:txBody>
          <a:bodyPr/>
          <a:lstStyle/>
          <a:p>
            <a:r>
              <a:rPr lang="zh-CN" altLang="en-US"/>
              <a:t>标题和内容</a:t>
            </a:r>
          </a:p>
        </p:txBody>
      </p:sp>
      <p:sp>
        <p:nvSpPr>
          <p:cNvPr id="4" name="灯片编号占位符 3">
            <a:extLst>
              <a:ext uri="{FF2B5EF4-FFF2-40B4-BE49-F238E27FC236}">
                <a16:creationId xmlns:a16="http://schemas.microsoft.com/office/drawing/2014/main" id="{AA384C57-7DE8-CA6E-662E-7A7343D6AD53}"/>
              </a:ext>
            </a:extLst>
          </p:cNvPr>
          <p:cNvSpPr>
            <a:spLocks noGrp="1"/>
          </p:cNvSpPr>
          <p:nvPr>
            <p:ph type="sldNum" sz="quarter" idx="5"/>
          </p:nvPr>
        </p:nvSpPr>
        <p:spPr/>
        <p:txBody>
          <a:bodyPr/>
          <a:lstStyle/>
          <a:p>
            <a:fld id="{6B797C66-103A-4870-B6DB-A39648795298}" type="slidenum">
              <a:rPr lang="zh-CN" altLang="en-US" smtClean="0"/>
              <a:t>3</a:t>
            </a:fld>
            <a:endParaRPr lang="zh-CN" altLang="en-US"/>
          </a:p>
        </p:txBody>
      </p:sp>
    </p:spTree>
    <p:extLst>
      <p:ext uri="{BB962C8B-B14F-4D97-AF65-F5344CB8AC3E}">
        <p14:creationId xmlns:p14="http://schemas.microsoft.com/office/powerpoint/2010/main" val="723885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9F888-E374-EA17-C986-3A07903DB3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797214-E1BC-9091-5EB9-D5B7EEE5D8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9DE9D8-2803-A75F-F287-30B5F56919BB}"/>
              </a:ext>
            </a:extLst>
          </p:cNvPr>
          <p:cNvSpPr>
            <a:spLocks noGrp="1"/>
          </p:cNvSpPr>
          <p:nvPr>
            <p:ph type="body" idx="1"/>
          </p:nvPr>
        </p:nvSpPr>
        <p:spPr/>
        <p:txBody>
          <a:bodyPr/>
          <a:lstStyle/>
          <a:p>
            <a:r>
              <a:rPr lang="zh-CN" altLang="en-US"/>
              <a:t>标题和内容</a:t>
            </a:r>
          </a:p>
        </p:txBody>
      </p:sp>
      <p:sp>
        <p:nvSpPr>
          <p:cNvPr id="4" name="灯片编号占位符 3">
            <a:extLst>
              <a:ext uri="{FF2B5EF4-FFF2-40B4-BE49-F238E27FC236}">
                <a16:creationId xmlns:a16="http://schemas.microsoft.com/office/drawing/2014/main" id="{44F37AE6-A8C0-7179-ABEC-B75BFFA7E095}"/>
              </a:ext>
            </a:extLst>
          </p:cNvPr>
          <p:cNvSpPr>
            <a:spLocks noGrp="1"/>
          </p:cNvSpPr>
          <p:nvPr>
            <p:ph type="sldNum" sz="quarter" idx="5"/>
          </p:nvPr>
        </p:nvSpPr>
        <p:spPr/>
        <p:txBody>
          <a:bodyPr/>
          <a:lstStyle/>
          <a:p>
            <a:fld id="{6B797C66-103A-4870-B6DB-A39648795298}" type="slidenum">
              <a:rPr lang="zh-CN" altLang="en-US" smtClean="0"/>
              <a:t>5</a:t>
            </a:fld>
            <a:endParaRPr lang="zh-CN" altLang="en-US"/>
          </a:p>
        </p:txBody>
      </p:sp>
    </p:spTree>
    <p:extLst>
      <p:ext uri="{BB962C8B-B14F-4D97-AF65-F5344CB8AC3E}">
        <p14:creationId xmlns:p14="http://schemas.microsoft.com/office/powerpoint/2010/main" val="2446324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节标题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9</a:t>
            </a:fld>
            <a:endParaRPr lang="zh-CN" altLang="en-US"/>
          </a:p>
        </p:txBody>
      </p:sp>
    </p:spTree>
    <p:extLst>
      <p:ext uri="{BB962C8B-B14F-4D97-AF65-F5344CB8AC3E}">
        <p14:creationId xmlns:p14="http://schemas.microsoft.com/office/powerpoint/2010/main" val="13734005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两栏内容</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10</a:t>
            </a:fld>
            <a:endParaRPr lang="zh-CN" altLang="en-US"/>
          </a:p>
        </p:txBody>
      </p:sp>
    </p:spTree>
    <p:extLst>
      <p:ext uri="{BB962C8B-B14F-4D97-AF65-F5344CB8AC3E}">
        <p14:creationId xmlns:p14="http://schemas.microsoft.com/office/powerpoint/2010/main" val="45064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两栏内容</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11</a:t>
            </a:fld>
            <a:endParaRPr lang="zh-CN" altLang="en-US"/>
          </a:p>
        </p:txBody>
      </p:sp>
    </p:spTree>
    <p:extLst>
      <p:ext uri="{BB962C8B-B14F-4D97-AF65-F5344CB8AC3E}">
        <p14:creationId xmlns:p14="http://schemas.microsoft.com/office/powerpoint/2010/main" val="1363021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AA764-9F25-7B47-744E-2484ED988A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773628-9997-D753-F803-EA4021BBE3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B5A65F-36ED-1449-C55D-0C4021330F81}"/>
              </a:ext>
            </a:extLst>
          </p:cNvPr>
          <p:cNvSpPr>
            <a:spLocks noGrp="1"/>
          </p:cNvSpPr>
          <p:nvPr>
            <p:ph type="body" idx="1"/>
          </p:nvPr>
        </p:nvSpPr>
        <p:spPr/>
        <p:txBody>
          <a:bodyPr/>
          <a:lstStyle/>
          <a:p>
            <a:r>
              <a:rPr lang="zh-CN" altLang="en-US"/>
              <a:t>标题和内容</a:t>
            </a:r>
          </a:p>
        </p:txBody>
      </p:sp>
      <p:sp>
        <p:nvSpPr>
          <p:cNvPr id="4" name="灯片编号占位符 3">
            <a:extLst>
              <a:ext uri="{FF2B5EF4-FFF2-40B4-BE49-F238E27FC236}">
                <a16:creationId xmlns:a16="http://schemas.microsoft.com/office/drawing/2014/main" id="{FFFE7390-9F42-C777-2A26-B7C4CA235870}"/>
              </a:ext>
            </a:extLst>
          </p:cNvPr>
          <p:cNvSpPr>
            <a:spLocks noGrp="1"/>
          </p:cNvSpPr>
          <p:nvPr>
            <p:ph type="sldNum" sz="quarter" idx="5"/>
          </p:nvPr>
        </p:nvSpPr>
        <p:spPr/>
        <p:txBody>
          <a:bodyPr/>
          <a:lstStyle/>
          <a:p>
            <a:fld id="{6B797C66-103A-4870-B6DB-A39648795298}" type="slidenum">
              <a:rPr lang="zh-CN" altLang="en-US" smtClean="0"/>
              <a:t>12</a:t>
            </a:fld>
            <a:endParaRPr lang="zh-CN" altLang="en-US"/>
          </a:p>
        </p:txBody>
      </p:sp>
    </p:spTree>
    <p:extLst>
      <p:ext uri="{BB962C8B-B14F-4D97-AF65-F5344CB8AC3E}">
        <p14:creationId xmlns:p14="http://schemas.microsoft.com/office/powerpoint/2010/main" val="2891915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节标题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13</a:t>
            </a:fld>
            <a:endParaRPr lang="zh-CN" altLang="en-US"/>
          </a:p>
        </p:txBody>
      </p:sp>
    </p:spTree>
    <p:extLst>
      <p:ext uri="{BB962C8B-B14F-4D97-AF65-F5344CB8AC3E}">
        <p14:creationId xmlns:p14="http://schemas.microsoft.com/office/powerpoint/2010/main" val="1964426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5A76E-86A9-EF6D-4DD7-58B1286439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4C9C0F-D0E4-F108-D8D0-47F5AB89CF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D843756-C53F-4AC3-97D5-1DEA69B64DA4}"/>
              </a:ext>
            </a:extLst>
          </p:cNvPr>
          <p:cNvSpPr>
            <a:spLocks noGrp="1"/>
          </p:cNvSpPr>
          <p:nvPr>
            <p:ph type="body" idx="1"/>
          </p:nvPr>
        </p:nvSpPr>
        <p:spPr/>
        <p:txBody>
          <a:bodyPr/>
          <a:lstStyle/>
          <a:p>
            <a:r>
              <a:rPr lang="zh-CN" altLang="en-US"/>
              <a:t>标题和内容</a:t>
            </a:r>
          </a:p>
        </p:txBody>
      </p:sp>
      <p:sp>
        <p:nvSpPr>
          <p:cNvPr id="4" name="灯片编号占位符 3">
            <a:extLst>
              <a:ext uri="{FF2B5EF4-FFF2-40B4-BE49-F238E27FC236}">
                <a16:creationId xmlns:a16="http://schemas.microsoft.com/office/drawing/2014/main" id="{A09B72ED-B24F-DBE8-5D74-E10FEA74F558}"/>
              </a:ext>
            </a:extLst>
          </p:cNvPr>
          <p:cNvSpPr>
            <a:spLocks noGrp="1"/>
          </p:cNvSpPr>
          <p:nvPr>
            <p:ph type="sldNum" sz="quarter" idx="5"/>
          </p:nvPr>
        </p:nvSpPr>
        <p:spPr/>
        <p:txBody>
          <a:bodyPr/>
          <a:lstStyle/>
          <a:p>
            <a:fld id="{6B797C66-103A-4870-B6DB-A39648795298}" type="slidenum">
              <a:rPr lang="zh-CN" altLang="en-US" smtClean="0"/>
              <a:t>14</a:t>
            </a:fld>
            <a:endParaRPr lang="zh-CN" altLang="en-US"/>
          </a:p>
        </p:txBody>
      </p:sp>
    </p:spTree>
    <p:extLst>
      <p:ext uri="{BB962C8B-B14F-4D97-AF65-F5344CB8AC3E}">
        <p14:creationId xmlns:p14="http://schemas.microsoft.com/office/powerpoint/2010/main" val="975182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标题和内容</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15</a:t>
            </a:fld>
            <a:endParaRPr lang="zh-CN" altLang="en-US"/>
          </a:p>
        </p:txBody>
      </p:sp>
    </p:spTree>
    <p:extLst>
      <p:ext uri="{BB962C8B-B14F-4D97-AF65-F5344CB8AC3E}">
        <p14:creationId xmlns:p14="http://schemas.microsoft.com/office/powerpoint/2010/main" val="3696415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节标题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19</a:t>
            </a:fld>
            <a:endParaRPr lang="zh-CN" altLang="en-US"/>
          </a:p>
        </p:txBody>
      </p:sp>
    </p:spTree>
    <p:extLst>
      <p:ext uri="{BB962C8B-B14F-4D97-AF65-F5344CB8AC3E}">
        <p14:creationId xmlns:p14="http://schemas.microsoft.com/office/powerpoint/2010/main" val="3213702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节标题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26</a:t>
            </a:fld>
            <a:endParaRPr lang="zh-CN" altLang="en-US"/>
          </a:p>
        </p:txBody>
      </p:sp>
    </p:spTree>
    <p:extLst>
      <p:ext uri="{BB962C8B-B14F-4D97-AF65-F5344CB8AC3E}">
        <p14:creationId xmlns:p14="http://schemas.microsoft.com/office/powerpoint/2010/main" val="4266484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节标题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29</a:t>
            </a:fld>
            <a:endParaRPr lang="zh-CN" altLang="en-US"/>
          </a:p>
        </p:txBody>
      </p:sp>
    </p:spTree>
    <p:extLst>
      <p:ext uri="{BB962C8B-B14F-4D97-AF65-F5344CB8AC3E}">
        <p14:creationId xmlns:p14="http://schemas.microsoft.com/office/powerpoint/2010/main" val="347682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3380-7224-AAED-3683-86AB47BC11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52B45C-86D7-1BBA-E282-41165CDD00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22D8DF-EE37-A93F-FC0B-2B119329211E}"/>
              </a:ext>
            </a:extLst>
          </p:cNvPr>
          <p:cNvSpPr>
            <a:spLocks noGrp="1"/>
          </p:cNvSpPr>
          <p:nvPr>
            <p:ph type="body" idx="1"/>
          </p:nvPr>
        </p:nvSpPr>
        <p:spPr/>
        <p:txBody>
          <a:bodyPr/>
          <a:lstStyle/>
          <a:p>
            <a:r>
              <a:rPr lang="zh-CN" altLang="en-US"/>
              <a:t>节标题</a:t>
            </a:r>
          </a:p>
        </p:txBody>
      </p:sp>
      <p:sp>
        <p:nvSpPr>
          <p:cNvPr id="4" name="灯片编号占位符 3">
            <a:extLst>
              <a:ext uri="{FF2B5EF4-FFF2-40B4-BE49-F238E27FC236}">
                <a16:creationId xmlns:a16="http://schemas.microsoft.com/office/drawing/2014/main" id="{0BEA3FB4-12FB-22C9-69B5-7C2704F6F0DA}"/>
              </a:ext>
            </a:extLst>
          </p:cNvPr>
          <p:cNvSpPr>
            <a:spLocks noGrp="1"/>
          </p:cNvSpPr>
          <p:nvPr>
            <p:ph type="sldNum" sz="quarter" idx="5"/>
          </p:nvPr>
        </p:nvSpPr>
        <p:spPr/>
        <p:txBody>
          <a:bodyPr/>
          <a:lstStyle/>
          <a:p>
            <a:fld id="{6B797C66-103A-4870-B6DB-A39648795298}" type="slidenum">
              <a:rPr lang="zh-CN" altLang="en-US" smtClean="0"/>
              <a:t>32</a:t>
            </a:fld>
            <a:endParaRPr lang="zh-CN" altLang="en-US"/>
          </a:p>
        </p:txBody>
      </p:sp>
    </p:spTree>
    <p:extLst>
      <p:ext uri="{BB962C8B-B14F-4D97-AF65-F5344CB8AC3E}">
        <p14:creationId xmlns:p14="http://schemas.microsoft.com/office/powerpoint/2010/main" val="41636187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节标题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38</a:t>
            </a:fld>
            <a:endParaRPr lang="zh-CN" altLang="en-US"/>
          </a:p>
        </p:txBody>
      </p:sp>
    </p:spTree>
    <p:extLst>
      <p:ext uri="{BB962C8B-B14F-4D97-AF65-F5344CB8AC3E}">
        <p14:creationId xmlns:p14="http://schemas.microsoft.com/office/powerpoint/2010/main" val="10163955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B797C66-103A-4870-B6DB-A39648795298}" type="slidenum">
              <a:rPr lang="zh-CN" altLang="en-US" smtClean="0"/>
              <a:t>39</a:t>
            </a:fld>
            <a:endParaRPr lang="zh-CN" altLang="en-US"/>
          </a:p>
        </p:txBody>
      </p:sp>
    </p:spTree>
    <p:extLst>
      <p:ext uri="{BB962C8B-B14F-4D97-AF65-F5344CB8AC3E}">
        <p14:creationId xmlns:p14="http://schemas.microsoft.com/office/powerpoint/2010/main" val="171463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F4C64-2271-29BE-492F-F96335402C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16D94D-7029-DEF9-A75F-23A414F571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F3F49D-37A7-C1A1-7C13-ADA8E0FB0A6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13EB0E0-04A5-B64E-7017-18B708E02ABF}"/>
              </a:ext>
            </a:extLst>
          </p:cNvPr>
          <p:cNvSpPr>
            <a:spLocks noGrp="1"/>
          </p:cNvSpPr>
          <p:nvPr>
            <p:ph type="sldNum" sz="quarter" idx="5"/>
          </p:nvPr>
        </p:nvSpPr>
        <p:spPr/>
        <p:txBody>
          <a:bodyPr/>
          <a:lstStyle/>
          <a:p>
            <a:fld id="{6B797C66-103A-4870-B6DB-A39648795298}" type="slidenum">
              <a:rPr lang="zh-CN" altLang="en-US" smtClean="0"/>
              <a:t>40</a:t>
            </a:fld>
            <a:endParaRPr lang="zh-CN" altLang="en-US"/>
          </a:p>
        </p:txBody>
      </p:sp>
    </p:spTree>
    <p:extLst>
      <p:ext uri="{BB962C8B-B14F-4D97-AF65-F5344CB8AC3E}">
        <p14:creationId xmlns:p14="http://schemas.microsoft.com/office/powerpoint/2010/main" val="5721749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B797C66-103A-4870-B6DB-A39648795298}" type="slidenum">
              <a:rPr lang="zh-CN" altLang="en-US" smtClean="0"/>
              <a:t>41</a:t>
            </a:fld>
            <a:endParaRPr lang="zh-CN" altLang="en-US"/>
          </a:p>
        </p:txBody>
      </p:sp>
    </p:spTree>
    <p:extLst>
      <p:ext uri="{BB962C8B-B14F-4D97-AF65-F5344CB8AC3E}">
        <p14:creationId xmlns:p14="http://schemas.microsoft.com/office/powerpoint/2010/main" val="2129904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节标题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44</a:t>
            </a:fld>
            <a:endParaRPr lang="zh-CN" altLang="en-US"/>
          </a:p>
        </p:txBody>
      </p:sp>
    </p:spTree>
    <p:extLst>
      <p:ext uri="{BB962C8B-B14F-4D97-AF65-F5344CB8AC3E}">
        <p14:creationId xmlns:p14="http://schemas.microsoft.com/office/powerpoint/2010/main" val="500190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B797C66-103A-4870-B6DB-A39648795298}" type="slidenum">
              <a:rPr lang="zh-CN" altLang="en-US" smtClean="0"/>
              <a:t>45</a:t>
            </a:fld>
            <a:endParaRPr lang="zh-CN" altLang="en-US"/>
          </a:p>
        </p:txBody>
      </p:sp>
    </p:spTree>
    <p:extLst>
      <p:ext uri="{BB962C8B-B14F-4D97-AF65-F5344CB8AC3E}">
        <p14:creationId xmlns:p14="http://schemas.microsoft.com/office/powerpoint/2010/main" val="3254381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节标题</a:t>
            </a:r>
          </a:p>
        </p:txBody>
      </p:sp>
      <p:sp>
        <p:nvSpPr>
          <p:cNvPr id="4" name="灯片编号占位符 3"/>
          <p:cNvSpPr>
            <a:spLocks noGrp="1"/>
          </p:cNvSpPr>
          <p:nvPr>
            <p:ph type="sldNum" sz="quarter" idx="5"/>
          </p:nvPr>
        </p:nvSpPr>
        <p:spPr/>
        <p:txBody>
          <a:bodyPr/>
          <a:lstStyle/>
          <a:p>
            <a:fld id="{6B797C66-103A-4870-B6DB-A39648795298}" type="slidenum">
              <a:rPr lang="zh-CN" altLang="en-US" smtClean="0"/>
              <a:t>53</a:t>
            </a:fld>
            <a:endParaRPr lang="zh-CN" altLang="en-US"/>
          </a:p>
        </p:txBody>
      </p:sp>
    </p:spTree>
    <p:extLst>
      <p:ext uri="{BB962C8B-B14F-4D97-AF65-F5344CB8AC3E}">
        <p14:creationId xmlns:p14="http://schemas.microsoft.com/office/powerpoint/2010/main" val="2924140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de-DE" altLang="zh-CN">
                <a:solidFill>
                  <a:srgbClr val="88C0D0"/>
                </a:solidFill>
                <a:effectLst/>
              </a:rPr>
              <a:t>sudo</a:t>
            </a:r>
            <a:r>
              <a:rPr lang="de-DE" altLang="zh-CN"/>
              <a:t> </a:t>
            </a:r>
            <a:r>
              <a:rPr lang="de-DE" altLang="zh-CN">
                <a:solidFill>
                  <a:srgbClr val="88C0D0"/>
                </a:solidFill>
                <a:effectLst/>
              </a:rPr>
              <a:t>ln</a:t>
            </a:r>
            <a:r>
              <a:rPr lang="de-DE" altLang="zh-CN"/>
              <a:t> </a:t>
            </a:r>
            <a:r>
              <a:rPr lang="de-DE" altLang="zh-CN">
                <a:solidFill>
                  <a:srgbClr val="81A1C1"/>
                </a:solidFill>
                <a:effectLst/>
              </a:rPr>
              <a:t>-s</a:t>
            </a:r>
            <a:r>
              <a:rPr lang="de-DE" altLang="zh-CN"/>
              <a:t> /usr/bin/python3 /usr/bin/python</a:t>
            </a:r>
            <a:endParaRPr lang="zh-CN" altLang="en-US"/>
          </a:p>
        </p:txBody>
      </p:sp>
      <p:sp>
        <p:nvSpPr>
          <p:cNvPr id="4" name="灯片编号占位符 3"/>
          <p:cNvSpPr>
            <a:spLocks noGrp="1"/>
          </p:cNvSpPr>
          <p:nvPr>
            <p:ph type="sldNum" sz="quarter" idx="5"/>
          </p:nvPr>
        </p:nvSpPr>
        <p:spPr/>
        <p:txBody>
          <a:bodyPr/>
          <a:lstStyle/>
          <a:p>
            <a:fld id="{6B797C66-103A-4870-B6DB-A39648795298}" type="slidenum">
              <a:rPr lang="zh-CN" altLang="en-US" smtClean="0"/>
              <a:t>56</a:t>
            </a:fld>
            <a:endParaRPr lang="zh-CN" altLang="en-US"/>
          </a:p>
        </p:txBody>
      </p:sp>
    </p:spTree>
    <p:extLst>
      <p:ext uri="{BB962C8B-B14F-4D97-AF65-F5344CB8AC3E}">
        <p14:creationId xmlns:p14="http://schemas.microsoft.com/office/powerpoint/2010/main" val="2976525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2FA125-696A-4D31-A027-7888DB6A0A1E}"/>
              </a:ext>
            </a:extLst>
          </p:cNvPr>
          <p:cNvSpPr>
            <a:spLocks noGrp="1"/>
          </p:cNvSpPr>
          <p:nvPr>
            <p:ph type="ctrTitle"/>
          </p:nvPr>
        </p:nvSpPr>
        <p:spPr>
          <a:xfrm>
            <a:off x="252000" y="1122363"/>
            <a:ext cx="8640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0122B7F4-9B41-47BA-9E8A-B6BE547AB7C9}"/>
              </a:ext>
            </a:extLst>
          </p:cNvPr>
          <p:cNvSpPr>
            <a:spLocks noGrp="1"/>
          </p:cNvSpPr>
          <p:nvPr>
            <p:ph type="subTitle" idx="1"/>
          </p:nvPr>
        </p:nvSpPr>
        <p:spPr>
          <a:xfrm>
            <a:off x="252000" y="3509963"/>
            <a:ext cx="8640000" cy="1747837"/>
          </a:xfrm>
        </p:spPr>
        <p:txBody>
          <a:bodyPr>
            <a:normAutofit/>
          </a:bodyPr>
          <a:lstStyle>
            <a:lvl1pPr marL="0" indent="0" algn="ctr">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Tree>
    <p:extLst>
      <p:ext uri="{BB962C8B-B14F-4D97-AF65-F5344CB8AC3E}">
        <p14:creationId xmlns:p14="http://schemas.microsoft.com/office/powerpoint/2010/main" val="1094227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2F0FAC-98CD-5F13-523C-E541067FC7C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2D13031-0085-2B2D-C4BA-FECB057544EB}"/>
              </a:ext>
            </a:extLst>
          </p:cNvPr>
          <p:cNvSpPr>
            <a:spLocks noGrp="1"/>
          </p:cNvSpPr>
          <p:nvPr>
            <p:ph type="dt" sz="half" idx="10"/>
          </p:nvPr>
        </p:nvSpPr>
        <p:spPr/>
        <p:txBody>
          <a:bodyPr/>
          <a:lstStyle/>
          <a:p>
            <a:fld id="{5B286373-AF0D-4320-ABF0-2E88825C8D0F}" type="datetimeFigureOut">
              <a:rPr lang="zh-CN" altLang="en-US" smtClean="0"/>
              <a:t>2025/2/17</a:t>
            </a:fld>
            <a:endParaRPr lang="zh-CN" altLang="en-US"/>
          </a:p>
        </p:txBody>
      </p:sp>
      <p:sp>
        <p:nvSpPr>
          <p:cNvPr id="4" name="页脚占位符 3">
            <a:extLst>
              <a:ext uri="{FF2B5EF4-FFF2-40B4-BE49-F238E27FC236}">
                <a16:creationId xmlns:a16="http://schemas.microsoft.com/office/drawing/2014/main" id="{F64EAD46-FDBE-B652-7CF3-5EA464A7B9A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3003F93-9999-AFDF-7BDB-41B0A4A19313}"/>
              </a:ext>
            </a:extLst>
          </p:cNvPr>
          <p:cNvSpPr>
            <a:spLocks noGrp="1"/>
          </p:cNvSpPr>
          <p:nvPr>
            <p:ph type="sldNum" sz="quarter" idx="12"/>
          </p:nvPr>
        </p:nvSpPr>
        <p:spPr/>
        <p:txBody>
          <a:bodyPr/>
          <a:lstStyle/>
          <a:p>
            <a:fld id="{C84EB4A9-19F0-4EDE-A6AE-02E0C4A507AF}" type="slidenum">
              <a:rPr lang="zh-CN" altLang="en-US" smtClean="0"/>
              <a:t>‹#›</a:t>
            </a:fld>
            <a:endParaRPr lang="zh-CN" altLang="en-US"/>
          </a:p>
        </p:txBody>
      </p:sp>
    </p:spTree>
    <p:extLst>
      <p:ext uri="{BB962C8B-B14F-4D97-AF65-F5344CB8AC3E}">
        <p14:creationId xmlns:p14="http://schemas.microsoft.com/office/powerpoint/2010/main" val="3187515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8430ACD-F12F-408C-A639-EF32C52B7443}"/>
              </a:ext>
            </a:extLst>
          </p:cNvPr>
          <p:cNvSpPr>
            <a:spLocks noGrp="1"/>
          </p:cNvSpPr>
          <p:nvPr>
            <p:ph idx="1"/>
          </p:nvPr>
        </p:nvSpPr>
        <p:spPr>
          <a:xfrm>
            <a:off x="256783" y="1156787"/>
            <a:ext cx="8630431" cy="5456955"/>
          </a:xfrm>
        </p:spPr>
        <p:txBody>
          <a:bodyPr/>
          <a:lstStyle>
            <a:lvl1pPr marL="288000" indent="-288000" algn="just">
              <a:lnSpc>
                <a:spcPct val="100000"/>
              </a:lnSpc>
              <a:spcBef>
                <a:spcPts val="600"/>
              </a:spcBef>
              <a:defRPr sz="2400" baseline="0"/>
            </a:lvl1pPr>
            <a:lvl2pPr marL="720000" indent="-288000">
              <a:lnSpc>
                <a:spcPct val="100000"/>
              </a:lnSpc>
              <a:spcBef>
                <a:spcPts val="600"/>
              </a:spcBef>
              <a:defRPr/>
            </a:lvl2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a:extLst>
              <a:ext uri="{FF2B5EF4-FFF2-40B4-BE49-F238E27FC236}">
                <a16:creationId xmlns:a16="http://schemas.microsoft.com/office/drawing/2014/main" id="{C70B81B4-9ECA-4627-A5FD-1A1536C99E17}"/>
              </a:ext>
            </a:extLst>
          </p:cNvPr>
          <p:cNvSpPr>
            <a:spLocks noGrp="1"/>
          </p:cNvSpPr>
          <p:nvPr>
            <p:ph type="title"/>
          </p:nvPr>
        </p:nvSpPr>
        <p:spPr>
          <a:xfrm>
            <a:off x="256782" y="244258"/>
            <a:ext cx="8630432" cy="912529"/>
          </a:xfrm>
        </p:spPr>
        <p:txBody>
          <a:bodyPr/>
          <a:lstStyle>
            <a:lvl1pPr algn="ctr">
              <a:defRPr sz="4400" baseline="0"/>
            </a:lvl1pPr>
          </a:lstStyle>
          <a:p>
            <a:r>
              <a:rPr lang="zh-CN" altLang="en-US"/>
              <a:t>单击此处编辑母版标题样式</a:t>
            </a:r>
          </a:p>
        </p:txBody>
      </p:sp>
    </p:spTree>
    <p:extLst>
      <p:ext uri="{BB962C8B-B14F-4D97-AF65-F5344CB8AC3E}">
        <p14:creationId xmlns:p14="http://schemas.microsoft.com/office/powerpoint/2010/main" val="3322757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569F50-279D-4784-BEA5-6CDEBC85C283}"/>
              </a:ext>
            </a:extLst>
          </p:cNvPr>
          <p:cNvSpPr>
            <a:spLocks noGrp="1"/>
          </p:cNvSpPr>
          <p:nvPr>
            <p:ph type="title"/>
          </p:nvPr>
        </p:nvSpPr>
        <p:spPr>
          <a:xfrm>
            <a:off x="252000" y="1709739"/>
            <a:ext cx="864054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75E577D6-5F6F-4E7C-8524-9A3C2EF34FFB}"/>
              </a:ext>
            </a:extLst>
          </p:cNvPr>
          <p:cNvSpPr>
            <a:spLocks noGrp="1"/>
          </p:cNvSpPr>
          <p:nvPr>
            <p:ph type="body" idx="1"/>
          </p:nvPr>
        </p:nvSpPr>
        <p:spPr>
          <a:xfrm>
            <a:off x="252000" y="4589464"/>
            <a:ext cx="8640540" cy="1500187"/>
          </a:xfrm>
        </p:spPr>
        <p:txBody>
          <a:bodyPr>
            <a:normAutofit/>
          </a:bodyPr>
          <a:lstStyle>
            <a:lvl1pPr marL="0" indent="0">
              <a:buNone/>
              <a:defRPr sz="24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Tree>
    <p:extLst>
      <p:ext uri="{BB962C8B-B14F-4D97-AF65-F5344CB8AC3E}">
        <p14:creationId xmlns:p14="http://schemas.microsoft.com/office/powerpoint/2010/main" val="2095418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BEF758-505A-4493-A2CD-0DCE8603EAEE}"/>
              </a:ext>
            </a:extLst>
          </p:cNvPr>
          <p:cNvSpPr>
            <a:spLocks noGrp="1"/>
          </p:cNvSpPr>
          <p:nvPr>
            <p:ph type="title"/>
          </p:nvPr>
        </p:nvSpPr>
        <p:spPr>
          <a:xfrm>
            <a:off x="256782" y="271181"/>
            <a:ext cx="8630432" cy="912529"/>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86B19C3-7336-4BC5-BB5C-799F6A48F946}"/>
              </a:ext>
            </a:extLst>
          </p:cNvPr>
          <p:cNvSpPr>
            <a:spLocks noGrp="1"/>
          </p:cNvSpPr>
          <p:nvPr>
            <p:ph sz="half" idx="1"/>
          </p:nvPr>
        </p:nvSpPr>
        <p:spPr>
          <a:xfrm>
            <a:off x="256784" y="1183710"/>
            <a:ext cx="4258066" cy="546134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ADED4FB1-E138-47A7-BDDC-01698DFAB376}"/>
              </a:ext>
            </a:extLst>
          </p:cNvPr>
          <p:cNvSpPr>
            <a:spLocks noGrp="1"/>
          </p:cNvSpPr>
          <p:nvPr>
            <p:ph sz="half" idx="2"/>
          </p:nvPr>
        </p:nvSpPr>
        <p:spPr>
          <a:xfrm>
            <a:off x="4629148" y="1188102"/>
            <a:ext cx="4258065" cy="5456956"/>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94405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F07DFF-268E-4AFB-8492-C7020B864731}"/>
              </a:ext>
            </a:extLst>
          </p:cNvPr>
          <p:cNvSpPr>
            <a:spLocks noGrp="1"/>
          </p:cNvSpPr>
          <p:nvPr>
            <p:ph type="title"/>
          </p:nvPr>
        </p:nvSpPr>
        <p:spPr>
          <a:xfrm>
            <a:off x="256784" y="313228"/>
            <a:ext cx="8630432" cy="912529"/>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9F9EAE8-C810-404D-A97F-05F8351F4134}"/>
              </a:ext>
            </a:extLst>
          </p:cNvPr>
          <p:cNvSpPr>
            <a:spLocks noGrp="1"/>
          </p:cNvSpPr>
          <p:nvPr>
            <p:ph type="body" idx="1"/>
          </p:nvPr>
        </p:nvSpPr>
        <p:spPr>
          <a:xfrm>
            <a:off x="256784" y="1225757"/>
            <a:ext cx="4241398" cy="823912"/>
          </a:xfrm>
        </p:spPr>
        <p:txBody>
          <a:bodyPr anchor="b">
            <a:normAutofit/>
          </a:bodyPr>
          <a:lstStyle>
            <a:lvl1pPr marL="0" indent="0" algn="ctr">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0433268C-5FF5-46FE-98FE-563A7E362D6A}"/>
              </a:ext>
            </a:extLst>
          </p:cNvPr>
          <p:cNvSpPr>
            <a:spLocks noGrp="1"/>
          </p:cNvSpPr>
          <p:nvPr>
            <p:ph sz="half" idx="2"/>
          </p:nvPr>
        </p:nvSpPr>
        <p:spPr>
          <a:xfrm>
            <a:off x="256784" y="2049668"/>
            <a:ext cx="4241398" cy="456407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03B84D2F-E746-4493-A7D9-71FE86F8A8C3}"/>
              </a:ext>
            </a:extLst>
          </p:cNvPr>
          <p:cNvSpPr>
            <a:spLocks noGrp="1"/>
          </p:cNvSpPr>
          <p:nvPr>
            <p:ph type="body" sz="quarter" idx="3"/>
          </p:nvPr>
        </p:nvSpPr>
        <p:spPr>
          <a:xfrm>
            <a:off x="4629150" y="1225757"/>
            <a:ext cx="4258066" cy="823912"/>
          </a:xfrm>
        </p:spPr>
        <p:txBody>
          <a:bodyPr anchor="b">
            <a:normAutofit/>
          </a:bodyPr>
          <a:lstStyle>
            <a:lvl1pPr marL="0" indent="0" algn="ctr">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D1D5C87F-158C-4CC8-97D1-C169171E60A5}"/>
              </a:ext>
            </a:extLst>
          </p:cNvPr>
          <p:cNvSpPr>
            <a:spLocks noGrp="1"/>
          </p:cNvSpPr>
          <p:nvPr>
            <p:ph sz="quarter" idx="4"/>
          </p:nvPr>
        </p:nvSpPr>
        <p:spPr>
          <a:xfrm>
            <a:off x="4629150" y="2049669"/>
            <a:ext cx="4258066" cy="45640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91898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1844B8-1CDB-4F0A-BD65-352E00F0B949}"/>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264299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5641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D5554D-9AE6-44AC-9651-66E9EC3DA11A}"/>
              </a:ext>
            </a:extLst>
          </p:cNvPr>
          <p:cNvSpPr>
            <a:spLocks noGrp="1"/>
          </p:cNvSpPr>
          <p:nvPr>
            <p:ph type="title"/>
          </p:nvPr>
        </p:nvSpPr>
        <p:spPr>
          <a:xfrm>
            <a:off x="256784" y="457200"/>
            <a:ext cx="3322235" cy="1600200"/>
          </a:xfrm>
        </p:spPr>
        <p:txBody>
          <a:bodyPr anchor="b">
            <a:noAutofit/>
          </a:bodyPr>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EE7423AF-03FE-41B8-84AA-654A42257184}"/>
              </a:ext>
            </a:extLst>
          </p:cNvPr>
          <p:cNvSpPr>
            <a:spLocks noGrp="1"/>
          </p:cNvSpPr>
          <p:nvPr>
            <p:ph idx="1"/>
          </p:nvPr>
        </p:nvSpPr>
        <p:spPr>
          <a:xfrm>
            <a:off x="3887390" y="987426"/>
            <a:ext cx="4999825" cy="562005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FF517DB4-8A98-4604-A67D-ED6D2CD582D9}"/>
              </a:ext>
            </a:extLst>
          </p:cNvPr>
          <p:cNvSpPr>
            <a:spLocks noGrp="1"/>
          </p:cNvSpPr>
          <p:nvPr>
            <p:ph type="body" sz="half" idx="2"/>
          </p:nvPr>
        </p:nvSpPr>
        <p:spPr>
          <a:xfrm>
            <a:off x="256784" y="2057399"/>
            <a:ext cx="3322235" cy="4550079"/>
          </a:xfrm>
        </p:spPr>
        <p:txBody>
          <a:bodyPr>
            <a:normAutofit/>
          </a:bodyPr>
          <a:lstStyle>
            <a:lvl1pPr marL="0" indent="0">
              <a:buNone/>
              <a:defRPr sz="2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Tree>
    <p:extLst>
      <p:ext uri="{BB962C8B-B14F-4D97-AF65-F5344CB8AC3E}">
        <p14:creationId xmlns:p14="http://schemas.microsoft.com/office/powerpoint/2010/main" val="2731071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38968D-185C-4A3F-9652-658B438AC1F7}"/>
              </a:ext>
            </a:extLst>
          </p:cNvPr>
          <p:cNvSpPr>
            <a:spLocks noGrp="1"/>
          </p:cNvSpPr>
          <p:nvPr>
            <p:ph type="title"/>
          </p:nvPr>
        </p:nvSpPr>
        <p:spPr>
          <a:xfrm>
            <a:off x="256784" y="457200"/>
            <a:ext cx="3322235"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8D30B341-D928-4DE5-8C0A-C9FD6903D0BD}"/>
              </a:ext>
            </a:extLst>
          </p:cNvPr>
          <p:cNvSpPr>
            <a:spLocks noGrp="1"/>
          </p:cNvSpPr>
          <p:nvPr>
            <p:ph type="pic" idx="1"/>
          </p:nvPr>
        </p:nvSpPr>
        <p:spPr>
          <a:xfrm>
            <a:off x="3887390" y="987426"/>
            <a:ext cx="4999825" cy="563257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CA973278-D744-474E-BD6F-F447DD3BB161}"/>
              </a:ext>
            </a:extLst>
          </p:cNvPr>
          <p:cNvSpPr>
            <a:spLocks noGrp="1"/>
          </p:cNvSpPr>
          <p:nvPr>
            <p:ph type="body" sz="half" idx="2"/>
          </p:nvPr>
        </p:nvSpPr>
        <p:spPr>
          <a:xfrm>
            <a:off x="256784" y="2057399"/>
            <a:ext cx="3322235" cy="4562605"/>
          </a:xfrm>
        </p:spPr>
        <p:txBody>
          <a:bodyPr>
            <a:normAutofit/>
          </a:bodyPr>
          <a:lstStyle>
            <a:lvl1pPr marL="0" indent="0">
              <a:buNone/>
              <a:defRPr sz="2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Tree>
    <p:extLst>
      <p:ext uri="{BB962C8B-B14F-4D97-AF65-F5344CB8AC3E}">
        <p14:creationId xmlns:p14="http://schemas.microsoft.com/office/powerpoint/2010/main" val="1062323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604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C29F85C-F11E-4EDF-B238-CE1C16BF45E1}"/>
              </a:ext>
            </a:extLst>
          </p:cNvPr>
          <p:cNvSpPr>
            <a:spLocks noGrp="1"/>
          </p:cNvSpPr>
          <p:nvPr>
            <p:ph type="title" orient="vert"/>
          </p:nvPr>
        </p:nvSpPr>
        <p:spPr>
          <a:xfrm>
            <a:off x="7452360" y="365125"/>
            <a:ext cx="1434856" cy="6261142"/>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CCDE4FF-3E01-4633-B8BE-37B9585A5FB6}"/>
              </a:ext>
            </a:extLst>
          </p:cNvPr>
          <p:cNvSpPr>
            <a:spLocks noGrp="1"/>
          </p:cNvSpPr>
          <p:nvPr>
            <p:ph type="body" orient="vert" idx="1"/>
          </p:nvPr>
        </p:nvSpPr>
        <p:spPr>
          <a:xfrm>
            <a:off x="256784" y="365124"/>
            <a:ext cx="7195576" cy="626114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89379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2773EE74-57C6-4C05-9490-7E4669525FE3}"/>
              </a:ext>
            </a:extLst>
          </p:cNvPr>
          <p:cNvSpPr>
            <a:spLocks noGrp="1"/>
          </p:cNvSpPr>
          <p:nvPr>
            <p:ph type="dt" sz="half" idx="10"/>
          </p:nvPr>
        </p:nvSpPr>
        <p:spPr/>
        <p:txBody>
          <a:bodyPr/>
          <a:lstStyle>
            <a:lvl1pPr>
              <a:defRPr/>
            </a:lvl1pPr>
          </a:lstStyle>
          <a:p>
            <a:pPr>
              <a:defRPr/>
            </a:pPr>
            <a:fld id="{A6C50D70-FA4B-4512-BFC4-41B124ECDA2B}" type="datetimeFigureOut">
              <a:rPr lang="zh-CN" altLang="en-US"/>
              <a:pPr>
                <a:defRPr/>
              </a:pPr>
              <a:t>2025/2/17</a:t>
            </a:fld>
            <a:endParaRPr lang="zh-CN" altLang="en-US"/>
          </a:p>
        </p:txBody>
      </p:sp>
      <p:sp>
        <p:nvSpPr>
          <p:cNvPr id="5" name="Rectangle 5">
            <a:extLst>
              <a:ext uri="{FF2B5EF4-FFF2-40B4-BE49-F238E27FC236}">
                <a16:creationId xmlns:a16="http://schemas.microsoft.com/office/drawing/2014/main" id="{EF349770-9BB9-40C9-8921-FB7163B33909}"/>
              </a:ext>
            </a:extLst>
          </p:cNvPr>
          <p:cNvSpPr>
            <a:spLocks noGrp="1"/>
          </p:cNvSpPr>
          <p:nvPr>
            <p:ph type="ftr" sz="quarter" idx="11"/>
          </p:nvPr>
        </p:nvSpPr>
        <p:spPr/>
        <p:txBody>
          <a:bodyPr/>
          <a:lstStyle>
            <a:lvl1pPr>
              <a:defRPr/>
            </a:lvl1pPr>
          </a:lstStyle>
          <a:p>
            <a:pPr>
              <a:defRPr/>
            </a:pPr>
            <a:endParaRPr lang="zh-CN" altLang="en-US"/>
          </a:p>
        </p:txBody>
      </p:sp>
      <p:sp>
        <p:nvSpPr>
          <p:cNvPr id="6" name="Rectangle 6">
            <a:extLst>
              <a:ext uri="{FF2B5EF4-FFF2-40B4-BE49-F238E27FC236}">
                <a16:creationId xmlns:a16="http://schemas.microsoft.com/office/drawing/2014/main" id="{7C61202F-DC7A-4D00-B591-1750127A2996}"/>
              </a:ext>
            </a:extLst>
          </p:cNvPr>
          <p:cNvSpPr>
            <a:spLocks noGrp="1"/>
          </p:cNvSpPr>
          <p:nvPr>
            <p:ph type="sldNum" sz="quarter" idx="12"/>
          </p:nvPr>
        </p:nvSpPr>
        <p:spPr/>
        <p:txBody>
          <a:bodyPr/>
          <a:lstStyle>
            <a:lvl1pPr>
              <a:defRPr/>
            </a:lvl1pPr>
          </a:lstStyle>
          <a:p>
            <a:pPr>
              <a:defRPr/>
            </a:pPr>
            <a:fld id="{61F70029-34F9-4B16-A6E7-F109B2AFBC44}" type="slidenum">
              <a:rPr lang="zh-CN" altLang="en-US"/>
              <a:pPr>
                <a:defRPr/>
              </a:pPr>
              <a:t>‹#›</a:t>
            </a:fld>
            <a:endParaRPr lang="zh-CN" altLang="en-US"/>
          </a:p>
        </p:txBody>
      </p:sp>
    </p:spTree>
    <p:extLst>
      <p:ext uri="{BB962C8B-B14F-4D97-AF65-F5344CB8AC3E}">
        <p14:creationId xmlns:p14="http://schemas.microsoft.com/office/powerpoint/2010/main" val="625134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78DF9EFF-C4CF-4301-BB22-6BBC38FE3814}"/>
              </a:ext>
            </a:extLst>
          </p:cNvPr>
          <p:cNvSpPr>
            <a:spLocks noGrp="1"/>
          </p:cNvSpPr>
          <p:nvPr>
            <p:ph type="dt" sz="half" idx="10"/>
          </p:nvPr>
        </p:nvSpPr>
        <p:spPr/>
        <p:txBody>
          <a:bodyPr/>
          <a:lstStyle>
            <a:lvl1pPr>
              <a:defRPr/>
            </a:lvl1pPr>
          </a:lstStyle>
          <a:p>
            <a:pPr>
              <a:defRPr/>
            </a:pPr>
            <a:fld id="{EB91BE14-1266-4783-BA52-E900592EE73E}" type="datetimeFigureOut">
              <a:rPr lang="zh-CN" altLang="en-US"/>
              <a:pPr>
                <a:defRPr/>
              </a:pPr>
              <a:t>2025/2/17</a:t>
            </a:fld>
            <a:endParaRPr lang="zh-CN" altLang="en-US"/>
          </a:p>
        </p:txBody>
      </p:sp>
      <p:sp>
        <p:nvSpPr>
          <p:cNvPr id="5" name="Rectangle 5">
            <a:extLst>
              <a:ext uri="{FF2B5EF4-FFF2-40B4-BE49-F238E27FC236}">
                <a16:creationId xmlns:a16="http://schemas.microsoft.com/office/drawing/2014/main" id="{B7D001EB-2B83-4BFF-BC61-AE06CF59E78A}"/>
              </a:ext>
            </a:extLst>
          </p:cNvPr>
          <p:cNvSpPr>
            <a:spLocks noGrp="1"/>
          </p:cNvSpPr>
          <p:nvPr>
            <p:ph type="ftr" sz="quarter" idx="11"/>
          </p:nvPr>
        </p:nvSpPr>
        <p:spPr/>
        <p:txBody>
          <a:bodyPr/>
          <a:lstStyle>
            <a:lvl1pPr>
              <a:defRPr/>
            </a:lvl1pPr>
          </a:lstStyle>
          <a:p>
            <a:pPr>
              <a:defRPr/>
            </a:pPr>
            <a:endParaRPr lang="zh-CN" altLang="en-US"/>
          </a:p>
        </p:txBody>
      </p:sp>
      <p:sp>
        <p:nvSpPr>
          <p:cNvPr id="6" name="Rectangle 6">
            <a:extLst>
              <a:ext uri="{FF2B5EF4-FFF2-40B4-BE49-F238E27FC236}">
                <a16:creationId xmlns:a16="http://schemas.microsoft.com/office/drawing/2014/main" id="{D1D4E8C1-0037-4DB9-B48A-9F606BB2B748}"/>
              </a:ext>
            </a:extLst>
          </p:cNvPr>
          <p:cNvSpPr>
            <a:spLocks noGrp="1"/>
          </p:cNvSpPr>
          <p:nvPr>
            <p:ph type="sldNum" sz="quarter" idx="12"/>
          </p:nvPr>
        </p:nvSpPr>
        <p:spPr/>
        <p:txBody>
          <a:bodyPr/>
          <a:lstStyle>
            <a:lvl1pPr>
              <a:defRPr/>
            </a:lvl1pPr>
          </a:lstStyle>
          <a:p>
            <a:pPr>
              <a:defRPr/>
            </a:pPr>
            <a:fld id="{088812D3-E2A8-42B7-9A2A-8BC2011711E1}" type="slidenum">
              <a:rPr lang="zh-CN" altLang="en-US"/>
              <a:pPr>
                <a:defRPr/>
              </a:pPr>
              <a:t>‹#›</a:t>
            </a:fld>
            <a:endParaRPr lang="zh-CN" altLang="en-US"/>
          </a:p>
        </p:txBody>
      </p:sp>
    </p:spTree>
    <p:extLst>
      <p:ext uri="{BB962C8B-B14F-4D97-AF65-F5344CB8AC3E}">
        <p14:creationId xmlns:p14="http://schemas.microsoft.com/office/powerpoint/2010/main" val="3098606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lgn="l">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lgn="l">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1D11AED0-C928-4FE3-9DBA-D2BF4ECE343D}"/>
              </a:ext>
            </a:extLst>
          </p:cNvPr>
          <p:cNvSpPr>
            <a:spLocks noGrp="1"/>
          </p:cNvSpPr>
          <p:nvPr>
            <p:ph type="dt" sz="half" idx="10"/>
          </p:nvPr>
        </p:nvSpPr>
        <p:spPr/>
        <p:txBody>
          <a:bodyPr/>
          <a:lstStyle>
            <a:lvl1pPr>
              <a:defRPr/>
            </a:lvl1pPr>
          </a:lstStyle>
          <a:p>
            <a:pPr>
              <a:defRPr/>
            </a:pPr>
            <a:fld id="{3B03856E-EC99-4C93-A6F0-42E31AD7011D}" type="datetimeFigureOut">
              <a:rPr lang="zh-CN" altLang="en-US"/>
              <a:pPr>
                <a:defRPr/>
              </a:pPr>
              <a:t>2025/2/17</a:t>
            </a:fld>
            <a:endParaRPr lang="zh-CN" altLang="en-US"/>
          </a:p>
        </p:txBody>
      </p:sp>
      <p:sp>
        <p:nvSpPr>
          <p:cNvPr id="5" name="Rectangle 5">
            <a:extLst>
              <a:ext uri="{FF2B5EF4-FFF2-40B4-BE49-F238E27FC236}">
                <a16:creationId xmlns:a16="http://schemas.microsoft.com/office/drawing/2014/main" id="{3F07E889-EFDB-44BE-9560-EF7392D792F8}"/>
              </a:ext>
            </a:extLst>
          </p:cNvPr>
          <p:cNvSpPr>
            <a:spLocks noGrp="1"/>
          </p:cNvSpPr>
          <p:nvPr>
            <p:ph type="ftr" sz="quarter" idx="11"/>
          </p:nvPr>
        </p:nvSpPr>
        <p:spPr/>
        <p:txBody>
          <a:bodyPr/>
          <a:lstStyle>
            <a:lvl1pPr>
              <a:defRPr/>
            </a:lvl1pPr>
          </a:lstStyle>
          <a:p>
            <a:pPr>
              <a:defRPr/>
            </a:pPr>
            <a:endParaRPr lang="zh-CN" altLang="en-US"/>
          </a:p>
        </p:txBody>
      </p:sp>
      <p:sp>
        <p:nvSpPr>
          <p:cNvPr id="6" name="Rectangle 6">
            <a:extLst>
              <a:ext uri="{FF2B5EF4-FFF2-40B4-BE49-F238E27FC236}">
                <a16:creationId xmlns:a16="http://schemas.microsoft.com/office/drawing/2014/main" id="{E5F99777-6C6F-47A7-A53A-FA03D9B4ED43}"/>
              </a:ext>
            </a:extLst>
          </p:cNvPr>
          <p:cNvSpPr>
            <a:spLocks noGrp="1"/>
          </p:cNvSpPr>
          <p:nvPr>
            <p:ph type="sldNum" sz="quarter" idx="12"/>
          </p:nvPr>
        </p:nvSpPr>
        <p:spPr/>
        <p:txBody>
          <a:bodyPr/>
          <a:lstStyle>
            <a:lvl1pPr>
              <a:defRPr/>
            </a:lvl1pPr>
          </a:lstStyle>
          <a:p>
            <a:pPr>
              <a:defRPr/>
            </a:pPr>
            <a:fld id="{67D8EB91-A2B6-4753-A8CF-0D458FF97A96}" type="slidenum">
              <a:rPr lang="zh-CN" altLang="en-US"/>
              <a:pPr>
                <a:defRPr/>
              </a:pPr>
              <a:t>‹#›</a:t>
            </a:fld>
            <a:endParaRPr lang="zh-CN" altLang="en-US"/>
          </a:p>
        </p:txBody>
      </p:sp>
    </p:spTree>
    <p:extLst>
      <p:ext uri="{BB962C8B-B14F-4D97-AF65-F5344CB8AC3E}">
        <p14:creationId xmlns:p14="http://schemas.microsoft.com/office/powerpoint/2010/main" val="3761891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
            <a:extLst>
              <a:ext uri="{FF2B5EF4-FFF2-40B4-BE49-F238E27FC236}">
                <a16:creationId xmlns:a16="http://schemas.microsoft.com/office/drawing/2014/main" id="{0D311666-C3AF-4334-B0D4-D409ED1FC31C}"/>
              </a:ext>
            </a:extLst>
          </p:cNvPr>
          <p:cNvSpPr>
            <a:spLocks noGrp="1"/>
          </p:cNvSpPr>
          <p:nvPr>
            <p:ph type="dt" sz="half" idx="10"/>
          </p:nvPr>
        </p:nvSpPr>
        <p:spPr/>
        <p:txBody>
          <a:bodyPr/>
          <a:lstStyle>
            <a:lvl1pPr>
              <a:defRPr/>
            </a:lvl1pPr>
          </a:lstStyle>
          <a:p>
            <a:pPr>
              <a:defRPr/>
            </a:pPr>
            <a:fld id="{DBFB7148-C944-47D7-9B8C-3C251D198839}" type="datetimeFigureOut">
              <a:rPr lang="zh-CN" altLang="en-US"/>
              <a:pPr>
                <a:defRPr/>
              </a:pPr>
              <a:t>2025/2/17</a:t>
            </a:fld>
            <a:endParaRPr lang="zh-CN" altLang="en-US"/>
          </a:p>
        </p:txBody>
      </p:sp>
      <p:sp>
        <p:nvSpPr>
          <p:cNvPr id="6" name="Rectangle 5">
            <a:extLst>
              <a:ext uri="{FF2B5EF4-FFF2-40B4-BE49-F238E27FC236}">
                <a16:creationId xmlns:a16="http://schemas.microsoft.com/office/drawing/2014/main" id="{5490C92E-1A67-4319-A5B2-D9438DF07D0B}"/>
              </a:ext>
            </a:extLst>
          </p:cNvPr>
          <p:cNvSpPr>
            <a:spLocks noGrp="1"/>
          </p:cNvSpPr>
          <p:nvPr>
            <p:ph type="ftr" sz="quarter" idx="11"/>
          </p:nvPr>
        </p:nvSpPr>
        <p:spPr/>
        <p:txBody>
          <a:bodyPr/>
          <a:lstStyle>
            <a:lvl1pPr>
              <a:defRPr/>
            </a:lvl1pPr>
          </a:lstStyle>
          <a:p>
            <a:pPr>
              <a:defRPr/>
            </a:pPr>
            <a:endParaRPr lang="zh-CN" altLang="en-US"/>
          </a:p>
        </p:txBody>
      </p:sp>
      <p:sp>
        <p:nvSpPr>
          <p:cNvPr id="7" name="Rectangle 6">
            <a:extLst>
              <a:ext uri="{FF2B5EF4-FFF2-40B4-BE49-F238E27FC236}">
                <a16:creationId xmlns:a16="http://schemas.microsoft.com/office/drawing/2014/main" id="{B5032A69-D84E-49E9-8111-A508BBA0288E}"/>
              </a:ext>
            </a:extLst>
          </p:cNvPr>
          <p:cNvSpPr>
            <a:spLocks noGrp="1"/>
          </p:cNvSpPr>
          <p:nvPr>
            <p:ph type="sldNum" sz="quarter" idx="12"/>
          </p:nvPr>
        </p:nvSpPr>
        <p:spPr/>
        <p:txBody>
          <a:bodyPr/>
          <a:lstStyle>
            <a:lvl1pPr>
              <a:defRPr/>
            </a:lvl1pPr>
          </a:lstStyle>
          <a:p>
            <a:pPr>
              <a:defRPr/>
            </a:pPr>
            <a:fld id="{A2A122D2-5ADB-4CCA-911F-947E2CA18E59}" type="slidenum">
              <a:rPr lang="zh-CN" altLang="en-US"/>
              <a:pPr>
                <a:defRPr/>
              </a:pPr>
              <a:t>‹#›</a:t>
            </a:fld>
            <a:endParaRPr lang="zh-CN" altLang="en-US"/>
          </a:p>
        </p:txBody>
      </p:sp>
    </p:spTree>
    <p:extLst>
      <p:ext uri="{BB962C8B-B14F-4D97-AF65-F5344CB8AC3E}">
        <p14:creationId xmlns:p14="http://schemas.microsoft.com/office/powerpoint/2010/main" val="27767802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970222"/>
          </a:xfrm>
        </p:spPr>
        <p:txBody>
          <a:bodyPr/>
          <a:lstStyle>
            <a:lvl1pPr algn="ctr">
              <a:defRPr/>
            </a:lvl1pPr>
          </a:lstStyle>
          <a:p>
            <a:r>
              <a:rPr lang="zh-CN" altLang="en-US" noProof="1"/>
              <a:t>单击此处编辑母版标题样式</a:t>
            </a:r>
          </a:p>
        </p:txBody>
      </p:sp>
      <p:sp>
        <p:nvSpPr>
          <p:cNvPr id="3" name="文本占位符 2"/>
          <p:cNvSpPr>
            <a:spLocks noGrp="1"/>
          </p:cNvSpPr>
          <p:nvPr>
            <p:ph type="body" idx="1"/>
          </p:nvPr>
        </p:nvSpPr>
        <p:spPr>
          <a:xfrm>
            <a:off x="944793" y="1567346"/>
            <a:ext cx="3526380" cy="710095"/>
          </a:xfrm>
        </p:spPr>
        <p:txBody>
          <a:bodyPr anchor="ctr">
            <a:normAutofit/>
          </a:bodyPr>
          <a:lstStyle>
            <a:lvl1pPr marL="0" indent="0">
              <a:buNone/>
              <a:defRPr sz="21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944793" y="2338388"/>
            <a:ext cx="3526380" cy="3785964"/>
          </a:xfrm>
        </p:spPr>
        <p:txBody>
          <a:bodyPr>
            <a:normAutofit/>
          </a:bodyPr>
          <a:lstStyle>
            <a:lvl1pPr>
              <a:defRPr sz="1800"/>
            </a:lvl1pPr>
            <a:lvl2pPr>
              <a:defRPr sz="1500"/>
            </a:lvl2pPr>
            <a:lvl3pPr>
              <a:defRPr sz="1350"/>
            </a:lvl3pPr>
            <a:lvl4pPr>
              <a:defRPr sz="1200"/>
            </a:lvl4pPr>
            <a:lvl5pPr>
              <a:defRPr sz="12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717212" y="1567346"/>
            <a:ext cx="3526381" cy="710095"/>
          </a:xfrm>
        </p:spPr>
        <p:txBody>
          <a:bodyPr rtlCol="0" anchor="ctr">
            <a:normAutofit/>
          </a:bodyPr>
          <a:lstStyle>
            <a:lvl1pPr marL="171450" indent="-171450">
              <a:buNone/>
              <a:defRPr lang="zh-CN" altLang="en-US" b="0" smtClean="0"/>
            </a:lvl1pPr>
          </a:lstStyle>
          <a:p>
            <a:pPr lvl="0"/>
            <a:r>
              <a:rPr lang="zh-CN" altLang="en-US" noProof="1"/>
              <a:t>单击此处编辑母版文本样式</a:t>
            </a:r>
          </a:p>
        </p:txBody>
      </p:sp>
      <p:sp>
        <p:nvSpPr>
          <p:cNvPr id="6" name="内容占位符 5"/>
          <p:cNvSpPr>
            <a:spLocks noGrp="1"/>
          </p:cNvSpPr>
          <p:nvPr>
            <p:ph sz="quarter" idx="4"/>
          </p:nvPr>
        </p:nvSpPr>
        <p:spPr>
          <a:xfrm>
            <a:off x="4717212" y="2357460"/>
            <a:ext cx="3526381" cy="3766892"/>
          </a:xfrm>
        </p:spPr>
        <p:txBody>
          <a:bodyPr>
            <a:normAutofit/>
          </a:bodyPr>
          <a:lstStyle>
            <a:lvl1pPr>
              <a:defRPr sz="1800"/>
            </a:lvl1pPr>
            <a:lvl2pPr>
              <a:defRPr sz="1500"/>
            </a:lvl2pPr>
            <a:lvl3pPr>
              <a:defRPr sz="1350"/>
            </a:lvl3pPr>
            <a:lvl4pPr>
              <a:defRPr sz="1200"/>
            </a:lvl4pPr>
            <a:lvl5pPr>
              <a:defRPr sz="1200"/>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a:extLst>
              <a:ext uri="{FF2B5EF4-FFF2-40B4-BE49-F238E27FC236}">
                <a16:creationId xmlns:a16="http://schemas.microsoft.com/office/drawing/2014/main" id="{CAB12108-A93C-4528-A79F-4AA0D127BF60}"/>
              </a:ext>
            </a:extLst>
          </p:cNvPr>
          <p:cNvSpPr>
            <a:spLocks noGrp="1"/>
          </p:cNvSpPr>
          <p:nvPr>
            <p:ph type="dt" sz="half" idx="10"/>
          </p:nvPr>
        </p:nvSpPr>
        <p:spPr/>
        <p:txBody>
          <a:bodyPr/>
          <a:lstStyle>
            <a:lvl1pPr>
              <a:defRPr/>
            </a:lvl1pPr>
          </a:lstStyle>
          <a:p>
            <a:pPr>
              <a:defRPr/>
            </a:pPr>
            <a:fld id="{C07C9F68-1E6A-4C39-A045-B1035C494FC4}" type="datetimeFigureOut">
              <a:rPr lang="zh-CN" altLang="en-US"/>
              <a:pPr>
                <a:defRPr/>
              </a:pPr>
              <a:t>2025/2/17</a:t>
            </a:fld>
            <a:endParaRPr lang="zh-CN" altLang="en-US"/>
          </a:p>
        </p:txBody>
      </p:sp>
      <p:sp>
        <p:nvSpPr>
          <p:cNvPr id="8" name="Rectangle 5">
            <a:extLst>
              <a:ext uri="{FF2B5EF4-FFF2-40B4-BE49-F238E27FC236}">
                <a16:creationId xmlns:a16="http://schemas.microsoft.com/office/drawing/2014/main" id="{08A8EE5D-3216-40AE-ABC3-DD8F52935FA0}"/>
              </a:ext>
            </a:extLst>
          </p:cNvPr>
          <p:cNvSpPr>
            <a:spLocks noGrp="1"/>
          </p:cNvSpPr>
          <p:nvPr>
            <p:ph type="ftr" sz="quarter" idx="11"/>
          </p:nvPr>
        </p:nvSpPr>
        <p:spPr/>
        <p:txBody>
          <a:bodyPr/>
          <a:lstStyle>
            <a:lvl1pPr>
              <a:defRPr/>
            </a:lvl1pPr>
          </a:lstStyle>
          <a:p>
            <a:pPr>
              <a:defRPr/>
            </a:pPr>
            <a:endParaRPr lang="zh-CN" altLang="en-US"/>
          </a:p>
        </p:txBody>
      </p:sp>
      <p:sp>
        <p:nvSpPr>
          <p:cNvPr id="9" name="Rectangle 6">
            <a:extLst>
              <a:ext uri="{FF2B5EF4-FFF2-40B4-BE49-F238E27FC236}">
                <a16:creationId xmlns:a16="http://schemas.microsoft.com/office/drawing/2014/main" id="{D48C25E5-6932-4EC0-A48E-B61B4EF1969B}"/>
              </a:ext>
            </a:extLst>
          </p:cNvPr>
          <p:cNvSpPr>
            <a:spLocks noGrp="1"/>
          </p:cNvSpPr>
          <p:nvPr>
            <p:ph type="sldNum" sz="quarter" idx="12"/>
          </p:nvPr>
        </p:nvSpPr>
        <p:spPr/>
        <p:txBody>
          <a:bodyPr/>
          <a:lstStyle>
            <a:lvl1pPr>
              <a:defRPr/>
            </a:lvl1pPr>
          </a:lstStyle>
          <a:p>
            <a:pPr>
              <a:defRPr/>
            </a:pPr>
            <a:fld id="{FD68CD5B-0B33-4E48-ADB5-609E96E3975D}" type="slidenum">
              <a:rPr lang="zh-CN" altLang="en-US"/>
              <a:pPr>
                <a:defRPr/>
              </a:pPr>
              <a:t>‹#›</a:t>
            </a:fld>
            <a:endParaRPr lang="zh-CN" altLang="en-US"/>
          </a:p>
        </p:txBody>
      </p:sp>
    </p:spTree>
    <p:extLst>
      <p:ext uri="{BB962C8B-B14F-4D97-AF65-F5344CB8AC3E}">
        <p14:creationId xmlns:p14="http://schemas.microsoft.com/office/powerpoint/2010/main" val="580940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5D051859-C45B-4EF0-B8BE-D8E770929474}"/>
              </a:ext>
            </a:extLst>
          </p:cNvPr>
          <p:cNvSpPr>
            <a:spLocks noGrp="1"/>
          </p:cNvSpPr>
          <p:nvPr>
            <p:ph type="dt" sz="half" idx="10"/>
          </p:nvPr>
        </p:nvSpPr>
        <p:spPr/>
        <p:txBody>
          <a:bodyPr/>
          <a:lstStyle>
            <a:lvl1pPr>
              <a:defRPr/>
            </a:lvl1pPr>
          </a:lstStyle>
          <a:p>
            <a:pPr>
              <a:defRPr/>
            </a:pPr>
            <a:fld id="{3001FAAF-F051-441F-9AEC-4E981EB5F841}" type="datetimeFigureOut">
              <a:rPr lang="zh-CN" altLang="en-US"/>
              <a:pPr>
                <a:defRPr/>
              </a:pPr>
              <a:t>2025/2/17</a:t>
            </a:fld>
            <a:endParaRPr lang="zh-CN" altLang="en-US"/>
          </a:p>
        </p:txBody>
      </p:sp>
      <p:sp>
        <p:nvSpPr>
          <p:cNvPr id="4" name="Rectangle 5">
            <a:extLst>
              <a:ext uri="{FF2B5EF4-FFF2-40B4-BE49-F238E27FC236}">
                <a16:creationId xmlns:a16="http://schemas.microsoft.com/office/drawing/2014/main" id="{DEF92D89-C8F3-473B-960F-3AC239C418F5}"/>
              </a:ext>
            </a:extLst>
          </p:cNvPr>
          <p:cNvSpPr>
            <a:spLocks noGrp="1"/>
          </p:cNvSpPr>
          <p:nvPr>
            <p:ph type="ftr" sz="quarter" idx="11"/>
          </p:nvPr>
        </p:nvSpPr>
        <p:spPr/>
        <p:txBody>
          <a:bodyPr/>
          <a:lstStyle>
            <a:lvl1pPr>
              <a:defRPr/>
            </a:lvl1pPr>
          </a:lstStyle>
          <a:p>
            <a:pPr>
              <a:defRPr/>
            </a:pPr>
            <a:endParaRPr lang="zh-CN" altLang="en-US"/>
          </a:p>
        </p:txBody>
      </p:sp>
      <p:sp>
        <p:nvSpPr>
          <p:cNvPr id="5" name="Rectangle 6">
            <a:extLst>
              <a:ext uri="{FF2B5EF4-FFF2-40B4-BE49-F238E27FC236}">
                <a16:creationId xmlns:a16="http://schemas.microsoft.com/office/drawing/2014/main" id="{E1757D8D-3934-4127-8BD8-80DC20664460}"/>
              </a:ext>
            </a:extLst>
          </p:cNvPr>
          <p:cNvSpPr>
            <a:spLocks noGrp="1"/>
          </p:cNvSpPr>
          <p:nvPr>
            <p:ph type="sldNum" sz="quarter" idx="12"/>
          </p:nvPr>
        </p:nvSpPr>
        <p:spPr/>
        <p:txBody>
          <a:bodyPr/>
          <a:lstStyle>
            <a:lvl1pPr>
              <a:defRPr/>
            </a:lvl1pPr>
          </a:lstStyle>
          <a:p>
            <a:pPr>
              <a:defRPr/>
            </a:pPr>
            <a:fld id="{D0DDB5BE-AF6D-4A43-82D2-1F495744B88B}" type="slidenum">
              <a:rPr lang="zh-CN" altLang="en-US"/>
              <a:pPr>
                <a:defRPr/>
              </a:pPr>
              <a:t>‹#›</a:t>
            </a:fld>
            <a:endParaRPr lang="zh-CN" altLang="en-US"/>
          </a:p>
        </p:txBody>
      </p:sp>
    </p:spTree>
    <p:extLst>
      <p:ext uri="{BB962C8B-B14F-4D97-AF65-F5344CB8AC3E}">
        <p14:creationId xmlns:p14="http://schemas.microsoft.com/office/powerpoint/2010/main" val="3896599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F869B90-DC77-4421-9DCF-3334BD987439}"/>
              </a:ext>
            </a:extLst>
          </p:cNvPr>
          <p:cNvSpPr>
            <a:spLocks noGrp="1"/>
          </p:cNvSpPr>
          <p:nvPr>
            <p:ph type="dt" sz="half" idx="10"/>
          </p:nvPr>
        </p:nvSpPr>
        <p:spPr/>
        <p:txBody>
          <a:bodyPr/>
          <a:lstStyle>
            <a:lvl1pPr>
              <a:defRPr/>
            </a:lvl1pPr>
          </a:lstStyle>
          <a:p>
            <a:pPr>
              <a:defRPr/>
            </a:pPr>
            <a:fld id="{ECD727C3-5EEE-4B35-A2F9-2C9E57460139}" type="datetimeFigureOut">
              <a:rPr lang="zh-CN" altLang="en-US"/>
              <a:pPr>
                <a:defRPr/>
              </a:pPr>
              <a:t>2025/2/17</a:t>
            </a:fld>
            <a:endParaRPr lang="zh-CN" altLang="en-US"/>
          </a:p>
        </p:txBody>
      </p:sp>
      <p:sp>
        <p:nvSpPr>
          <p:cNvPr id="3" name="Rectangle 5">
            <a:extLst>
              <a:ext uri="{FF2B5EF4-FFF2-40B4-BE49-F238E27FC236}">
                <a16:creationId xmlns:a16="http://schemas.microsoft.com/office/drawing/2014/main" id="{91B3B24E-9436-40E3-9FB2-FE32BBDFA6FB}"/>
              </a:ext>
            </a:extLst>
          </p:cNvPr>
          <p:cNvSpPr>
            <a:spLocks noGrp="1"/>
          </p:cNvSpPr>
          <p:nvPr>
            <p:ph type="ftr" sz="quarter" idx="11"/>
          </p:nvPr>
        </p:nvSpPr>
        <p:spPr/>
        <p:txBody>
          <a:bodyPr/>
          <a:lstStyle>
            <a:lvl1pPr>
              <a:defRPr/>
            </a:lvl1pPr>
          </a:lstStyle>
          <a:p>
            <a:pPr>
              <a:defRPr/>
            </a:pPr>
            <a:endParaRPr lang="zh-CN" altLang="en-US"/>
          </a:p>
        </p:txBody>
      </p:sp>
      <p:sp>
        <p:nvSpPr>
          <p:cNvPr id="4" name="Rectangle 6">
            <a:extLst>
              <a:ext uri="{FF2B5EF4-FFF2-40B4-BE49-F238E27FC236}">
                <a16:creationId xmlns:a16="http://schemas.microsoft.com/office/drawing/2014/main" id="{7738285D-A32E-461E-A7CB-0C54BD0167FA}"/>
              </a:ext>
            </a:extLst>
          </p:cNvPr>
          <p:cNvSpPr>
            <a:spLocks noGrp="1"/>
          </p:cNvSpPr>
          <p:nvPr>
            <p:ph type="sldNum" sz="quarter" idx="12"/>
          </p:nvPr>
        </p:nvSpPr>
        <p:spPr/>
        <p:txBody>
          <a:bodyPr/>
          <a:lstStyle>
            <a:lvl1pPr>
              <a:defRPr/>
            </a:lvl1pPr>
          </a:lstStyle>
          <a:p>
            <a:pPr>
              <a:defRPr/>
            </a:pPr>
            <a:fld id="{DA7AB82C-B214-42FD-8DA4-344166738866}" type="slidenum">
              <a:rPr lang="zh-CN" altLang="en-US"/>
              <a:pPr>
                <a:defRPr/>
              </a:pPr>
              <a:t>‹#›</a:t>
            </a:fld>
            <a:endParaRPr lang="zh-CN" altLang="en-US"/>
          </a:p>
        </p:txBody>
      </p:sp>
    </p:spTree>
    <p:extLst>
      <p:ext uri="{BB962C8B-B14F-4D97-AF65-F5344CB8AC3E}">
        <p14:creationId xmlns:p14="http://schemas.microsoft.com/office/powerpoint/2010/main" val="3671132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CFC815AE-7B10-478B-A0C9-DD85429A3954}"/>
              </a:ext>
            </a:extLst>
          </p:cNvPr>
          <p:cNvSpPr>
            <a:spLocks noGrp="1"/>
          </p:cNvSpPr>
          <p:nvPr>
            <p:ph type="dt" sz="half" idx="10"/>
          </p:nvPr>
        </p:nvSpPr>
        <p:spPr/>
        <p:txBody>
          <a:bodyPr/>
          <a:lstStyle>
            <a:lvl1pPr>
              <a:defRPr/>
            </a:lvl1pPr>
          </a:lstStyle>
          <a:p>
            <a:pPr>
              <a:defRPr/>
            </a:pPr>
            <a:fld id="{C0381A5A-73F4-43C7-BDB9-CFFB126E1A7E}" type="datetimeFigureOut">
              <a:rPr lang="zh-CN" altLang="en-US"/>
              <a:pPr>
                <a:defRPr/>
              </a:pPr>
              <a:t>2025/2/17</a:t>
            </a:fld>
            <a:endParaRPr lang="zh-CN" altLang="en-US"/>
          </a:p>
        </p:txBody>
      </p:sp>
      <p:sp>
        <p:nvSpPr>
          <p:cNvPr id="6" name="Rectangle 5">
            <a:extLst>
              <a:ext uri="{FF2B5EF4-FFF2-40B4-BE49-F238E27FC236}">
                <a16:creationId xmlns:a16="http://schemas.microsoft.com/office/drawing/2014/main" id="{A1AD4A2D-04C4-4087-9CB2-44F0A2D52FF0}"/>
              </a:ext>
            </a:extLst>
          </p:cNvPr>
          <p:cNvSpPr>
            <a:spLocks noGrp="1"/>
          </p:cNvSpPr>
          <p:nvPr>
            <p:ph type="ftr" sz="quarter" idx="11"/>
          </p:nvPr>
        </p:nvSpPr>
        <p:spPr/>
        <p:txBody>
          <a:bodyPr/>
          <a:lstStyle>
            <a:lvl1pPr>
              <a:defRPr/>
            </a:lvl1pPr>
          </a:lstStyle>
          <a:p>
            <a:pPr>
              <a:defRPr/>
            </a:pPr>
            <a:endParaRPr lang="zh-CN" altLang="en-US"/>
          </a:p>
        </p:txBody>
      </p:sp>
      <p:sp>
        <p:nvSpPr>
          <p:cNvPr id="7" name="Rectangle 6">
            <a:extLst>
              <a:ext uri="{FF2B5EF4-FFF2-40B4-BE49-F238E27FC236}">
                <a16:creationId xmlns:a16="http://schemas.microsoft.com/office/drawing/2014/main" id="{29A69FFE-FD89-4989-A254-402875853D12}"/>
              </a:ext>
            </a:extLst>
          </p:cNvPr>
          <p:cNvSpPr>
            <a:spLocks noGrp="1"/>
          </p:cNvSpPr>
          <p:nvPr>
            <p:ph type="sldNum" sz="quarter" idx="12"/>
          </p:nvPr>
        </p:nvSpPr>
        <p:spPr/>
        <p:txBody>
          <a:bodyPr/>
          <a:lstStyle>
            <a:lvl1pPr>
              <a:defRPr/>
            </a:lvl1pPr>
          </a:lstStyle>
          <a:p>
            <a:pPr>
              <a:defRPr/>
            </a:pPr>
            <a:fld id="{804B9F8E-D936-4743-AF88-7517225B7074}" type="slidenum">
              <a:rPr lang="zh-CN" altLang="en-US"/>
              <a:pPr>
                <a:defRPr/>
              </a:pPr>
              <a:t>‹#›</a:t>
            </a:fld>
            <a:endParaRPr lang="zh-CN" altLang="en-US"/>
          </a:p>
        </p:txBody>
      </p:sp>
    </p:spTree>
    <p:extLst>
      <p:ext uri="{BB962C8B-B14F-4D97-AF65-F5344CB8AC3E}">
        <p14:creationId xmlns:p14="http://schemas.microsoft.com/office/powerpoint/2010/main" val="2518350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95638" cy="1600200"/>
          </a:xfrm>
        </p:spPr>
        <p:txBody>
          <a:bodyPr anchor="t">
            <a:normAutofit/>
          </a:bodyPr>
          <a:lstStyle>
            <a:lvl1pPr>
              <a:defRPr sz="3000"/>
            </a:lvl1pPr>
          </a:lstStyle>
          <a:p>
            <a:r>
              <a:rPr lang="zh-CN" altLang="en-US" noProof="1"/>
              <a:t>单击此处编辑母版标题样式</a:t>
            </a:r>
          </a:p>
        </p:txBody>
      </p:sp>
      <p:sp>
        <p:nvSpPr>
          <p:cNvPr id="3" name="图片占位符 2"/>
          <p:cNvSpPr>
            <a:spLocks noGrp="1"/>
          </p:cNvSpPr>
          <p:nvPr>
            <p:ph type="pic" idx="1"/>
          </p:nvPr>
        </p:nvSpPr>
        <p:spPr>
          <a:xfrm>
            <a:off x="4038600" y="457201"/>
            <a:ext cx="4477941"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95638" cy="3811588"/>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3028453C-2745-4CD7-A1FB-9C5352575511}"/>
              </a:ext>
            </a:extLst>
          </p:cNvPr>
          <p:cNvSpPr>
            <a:spLocks noGrp="1"/>
          </p:cNvSpPr>
          <p:nvPr>
            <p:ph type="dt" sz="half" idx="10"/>
          </p:nvPr>
        </p:nvSpPr>
        <p:spPr/>
        <p:txBody>
          <a:bodyPr/>
          <a:lstStyle>
            <a:lvl1pPr>
              <a:defRPr/>
            </a:lvl1pPr>
          </a:lstStyle>
          <a:p>
            <a:pPr>
              <a:defRPr/>
            </a:pPr>
            <a:fld id="{D8FFACC0-AA9A-4922-9B35-FAC75055EA90}" type="datetimeFigureOut">
              <a:rPr lang="zh-CN" altLang="en-US"/>
              <a:pPr>
                <a:defRPr/>
              </a:pPr>
              <a:t>2025/2/17</a:t>
            </a:fld>
            <a:endParaRPr lang="zh-CN" altLang="en-US"/>
          </a:p>
        </p:txBody>
      </p:sp>
      <p:sp>
        <p:nvSpPr>
          <p:cNvPr id="6" name="Rectangle 5">
            <a:extLst>
              <a:ext uri="{FF2B5EF4-FFF2-40B4-BE49-F238E27FC236}">
                <a16:creationId xmlns:a16="http://schemas.microsoft.com/office/drawing/2014/main" id="{63F15DB1-2DB5-441B-BA3B-F77F0D6DE88E}"/>
              </a:ext>
            </a:extLst>
          </p:cNvPr>
          <p:cNvSpPr>
            <a:spLocks noGrp="1"/>
          </p:cNvSpPr>
          <p:nvPr>
            <p:ph type="ftr" sz="quarter" idx="11"/>
          </p:nvPr>
        </p:nvSpPr>
        <p:spPr/>
        <p:txBody>
          <a:bodyPr/>
          <a:lstStyle>
            <a:lvl1pPr>
              <a:defRPr/>
            </a:lvl1pPr>
          </a:lstStyle>
          <a:p>
            <a:pPr>
              <a:defRPr/>
            </a:pPr>
            <a:endParaRPr lang="zh-CN" altLang="en-US"/>
          </a:p>
        </p:txBody>
      </p:sp>
      <p:sp>
        <p:nvSpPr>
          <p:cNvPr id="7" name="Rectangle 6">
            <a:extLst>
              <a:ext uri="{FF2B5EF4-FFF2-40B4-BE49-F238E27FC236}">
                <a16:creationId xmlns:a16="http://schemas.microsoft.com/office/drawing/2014/main" id="{485D5ECC-DE31-462F-B4B8-D60A8D585261}"/>
              </a:ext>
            </a:extLst>
          </p:cNvPr>
          <p:cNvSpPr>
            <a:spLocks noGrp="1"/>
          </p:cNvSpPr>
          <p:nvPr>
            <p:ph type="sldNum" sz="quarter" idx="12"/>
          </p:nvPr>
        </p:nvSpPr>
        <p:spPr/>
        <p:txBody>
          <a:bodyPr/>
          <a:lstStyle>
            <a:lvl1pPr>
              <a:defRPr/>
            </a:lvl1pPr>
          </a:lstStyle>
          <a:p>
            <a:pPr>
              <a:defRPr/>
            </a:pPr>
            <a:fld id="{3525B473-7F50-4401-8D04-67DBEE464842}" type="slidenum">
              <a:rPr lang="zh-CN" altLang="en-US"/>
              <a:pPr>
                <a:defRPr/>
              </a:pPr>
              <a:t>‹#›</a:t>
            </a:fld>
            <a:endParaRPr lang="zh-CN" altLang="en-US"/>
          </a:p>
        </p:txBody>
      </p:sp>
    </p:spTree>
    <p:extLst>
      <p:ext uri="{BB962C8B-B14F-4D97-AF65-F5344CB8AC3E}">
        <p14:creationId xmlns:p14="http://schemas.microsoft.com/office/powerpoint/2010/main" val="15689099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BF4B16A5-2930-4094-B471-90A079CC1520}"/>
              </a:ext>
            </a:extLst>
          </p:cNvPr>
          <p:cNvSpPr>
            <a:spLocks noGrp="1"/>
          </p:cNvSpPr>
          <p:nvPr>
            <p:ph type="dt" sz="half" idx="10"/>
          </p:nvPr>
        </p:nvSpPr>
        <p:spPr/>
        <p:txBody>
          <a:bodyPr/>
          <a:lstStyle>
            <a:lvl1pPr>
              <a:defRPr/>
            </a:lvl1pPr>
          </a:lstStyle>
          <a:p>
            <a:pPr>
              <a:defRPr/>
            </a:pPr>
            <a:fld id="{2AF2604B-3343-4870-BF9D-5D9FDECF4BFD}" type="datetimeFigureOut">
              <a:rPr lang="zh-CN" altLang="en-US"/>
              <a:pPr>
                <a:defRPr/>
              </a:pPr>
              <a:t>2025/2/17</a:t>
            </a:fld>
            <a:endParaRPr lang="zh-CN" altLang="en-US"/>
          </a:p>
        </p:txBody>
      </p:sp>
      <p:sp>
        <p:nvSpPr>
          <p:cNvPr id="5" name="Rectangle 5">
            <a:extLst>
              <a:ext uri="{FF2B5EF4-FFF2-40B4-BE49-F238E27FC236}">
                <a16:creationId xmlns:a16="http://schemas.microsoft.com/office/drawing/2014/main" id="{ECF8488B-FE16-4B13-B2EE-8449C0FC4F31}"/>
              </a:ext>
            </a:extLst>
          </p:cNvPr>
          <p:cNvSpPr>
            <a:spLocks noGrp="1"/>
          </p:cNvSpPr>
          <p:nvPr>
            <p:ph type="ftr" sz="quarter" idx="11"/>
          </p:nvPr>
        </p:nvSpPr>
        <p:spPr/>
        <p:txBody>
          <a:bodyPr/>
          <a:lstStyle>
            <a:lvl1pPr>
              <a:defRPr/>
            </a:lvl1pPr>
          </a:lstStyle>
          <a:p>
            <a:pPr>
              <a:defRPr/>
            </a:pPr>
            <a:endParaRPr lang="zh-CN" altLang="en-US"/>
          </a:p>
        </p:txBody>
      </p:sp>
      <p:sp>
        <p:nvSpPr>
          <p:cNvPr id="6" name="Rectangle 6">
            <a:extLst>
              <a:ext uri="{FF2B5EF4-FFF2-40B4-BE49-F238E27FC236}">
                <a16:creationId xmlns:a16="http://schemas.microsoft.com/office/drawing/2014/main" id="{E34302FC-C389-4631-B424-5069D975E195}"/>
              </a:ext>
            </a:extLst>
          </p:cNvPr>
          <p:cNvSpPr>
            <a:spLocks noGrp="1"/>
          </p:cNvSpPr>
          <p:nvPr>
            <p:ph type="sldNum" sz="quarter" idx="12"/>
          </p:nvPr>
        </p:nvSpPr>
        <p:spPr/>
        <p:txBody>
          <a:bodyPr/>
          <a:lstStyle>
            <a:lvl1pPr>
              <a:defRPr/>
            </a:lvl1pPr>
          </a:lstStyle>
          <a:p>
            <a:pPr>
              <a:defRPr/>
            </a:pPr>
            <a:fld id="{7F60D8FD-1475-4344-BB99-D96AC318912E}" type="slidenum">
              <a:rPr lang="zh-CN" altLang="en-US"/>
              <a:pPr>
                <a:defRPr/>
              </a:pPr>
              <a:t>‹#›</a:t>
            </a:fld>
            <a:endParaRPr lang="zh-CN" altLang="en-US"/>
          </a:p>
        </p:txBody>
      </p:sp>
    </p:spTree>
    <p:extLst>
      <p:ext uri="{BB962C8B-B14F-4D97-AF65-F5344CB8AC3E}">
        <p14:creationId xmlns:p14="http://schemas.microsoft.com/office/powerpoint/2010/main" val="31325510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a:extLst>
              <a:ext uri="{FF2B5EF4-FFF2-40B4-BE49-F238E27FC236}">
                <a16:creationId xmlns:a16="http://schemas.microsoft.com/office/drawing/2014/main" id="{C48FA516-DFE0-48DD-A5C2-BBD3379D6464}"/>
              </a:ext>
            </a:extLst>
          </p:cNvPr>
          <p:cNvSpPr>
            <a:spLocks noGrp="1"/>
          </p:cNvSpPr>
          <p:nvPr>
            <p:ph type="dt" sz="half" idx="10"/>
          </p:nvPr>
        </p:nvSpPr>
        <p:spPr/>
        <p:txBody>
          <a:bodyPr/>
          <a:lstStyle>
            <a:lvl1pPr>
              <a:defRPr/>
            </a:lvl1pPr>
          </a:lstStyle>
          <a:p>
            <a:pPr>
              <a:defRPr/>
            </a:pPr>
            <a:fld id="{10E9717F-2E5A-431D-8BB3-91A7BD211591}" type="datetimeFigureOut">
              <a:rPr lang="zh-CN" altLang="en-US"/>
              <a:pPr>
                <a:defRPr/>
              </a:pPr>
              <a:t>2025/2/17</a:t>
            </a:fld>
            <a:endParaRPr lang="zh-CN" altLang="en-US"/>
          </a:p>
        </p:txBody>
      </p:sp>
      <p:sp>
        <p:nvSpPr>
          <p:cNvPr id="5" name="Rectangle 5">
            <a:extLst>
              <a:ext uri="{FF2B5EF4-FFF2-40B4-BE49-F238E27FC236}">
                <a16:creationId xmlns:a16="http://schemas.microsoft.com/office/drawing/2014/main" id="{E968FAEB-51DB-4392-A886-92AD07DEE12A}"/>
              </a:ext>
            </a:extLst>
          </p:cNvPr>
          <p:cNvSpPr>
            <a:spLocks noGrp="1"/>
          </p:cNvSpPr>
          <p:nvPr>
            <p:ph type="ftr" sz="quarter" idx="11"/>
          </p:nvPr>
        </p:nvSpPr>
        <p:spPr/>
        <p:txBody>
          <a:bodyPr/>
          <a:lstStyle>
            <a:lvl1pPr>
              <a:defRPr/>
            </a:lvl1pPr>
          </a:lstStyle>
          <a:p>
            <a:pPr>
              <a:defRPr/>
            </a:pPr>
            <a:endParaRPr lang="zh-CN" altLang="en-US"/>
          </a:p>
        </p:txBody>
      </p:sp>
      <p:sp>
        <p:nvSpPr>
          <p:cNvPr id="6" name="Rectangle 6">
            <a:extLst>
              <a:ext uri="{FF2B5EF4-FFF2-40B4-BE49-F238E27FC236}">
                <a16:creationId xmlns:a16="http://schemas.microsoft.com/office/drawing/2014/main" id="{A1C2D29F-2B38-4CEA-A5FA-4B5E5DB7590C}"/>
              </a:ext>
            </a:extLst>
          </p:cNvPr>
          <p:cNvSpPr>
            <a:spLocks noGrp="1"/>
          </p:cNvSpPr>
          <p:nvPr>
            <p:ph type="sldNum" sz="quarter" idx="12"/>
          </p:nvPr>
        </p:nvSpPr>
        <p:spPr/>
        <p:txBody>
          <a:bodyPr/>
          <a:lstStyle>
            <a:lvl1pPr>
              <a:defRPr/>
            </a:lvl1pPr>
          </a:lstStyle>
          <a:p>
            <a:pPr>
              <a:defRPr/>
            </a:pPr>
            <a:fld id="{81161F41-5E9C-4491-9369-5BCE3D22C72F}" type="slidenum">
              <a:rPr lang="zh-CN" altLang="en-US"/>
              <a:pPr>
                <a:defRPr/>
              </a:pPr>
              <a:t>‹#›</a:t>
            </a:fld>
            <a:endParaRPr lang="zh-CN" altLang="en-US"/>
          </a:p>
        </p:txBody>
      </p:sp>
    </p:spTree>
    <p:extLst>
      <p:ext uri="{BB962C8B-B14F-4D97-AF65-F5344CB8AC3E}">
        <p14:creationId xmlns:p14="http://schemas.microsoft.com/office/powerpoint/2010/main" val="6446842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95638" cy="1600200"/>
          </a:xfrm>
        </p:spPr>
        <p:txBody>
          <a:bodyPr anchor="t">
            <a:normAutofit/>
          </a:bodyPr>
          <a:lstStyle>
            <a:lvl1pPr>
              <a:defRPr sz="3000">
                <a:effectLst/>
              </a:defRPr>
            </a:lvl1pPr>
          </a:lstStyle>
          <a:p>
            <a:r>
              <a:rPr lang="zh-CN" altLang="en-US" noProof="1"/>
              <a:t>单击此处编辑母版标题样式</a:t>
            </a:r>
          </a:p>
        </p:txBody>
      </p:sp>
      <p:sp>
        <p:nvSpPr>
          <p:cNvPr id="3" name="图片占位符 2"/>
          <p:cNvSpPr>
            <a:spLocks noGrp="1"/>
          </p:cNvSpPr>
          <p:nvPr>
            <p:ph type="pic" idx="1"/>
          </p:nvPr>
        </p:nvSpPr>
        <p:spPr>
          <a:xfrm>
            <a:off x="4038600" y="457201"/>
            <a:ext cx="4477941" cy="5403850"/>
          </a:xfrm>
        </p:spPr>
        <p:txBody>
          <a:bodyPr/>
          <a:lstStyle>
            <a:lvl1pPr marL="0" indent="0">
              <a:buNone/>
              <a:defRPr sz="2400">
                <a:effectLst/>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1"/>
          </a:p>
        </p:txBody>
      </p:sp>
      <p:sp>
        <p:nvSpPr>
          <p:cNvPr id="4" name="文本占位符 3"/>
          <p:cNvSpPr>
            <a:spLocks noGrp="1"/>
          </p:cNvSpPr>
          <p:nvPr>
            <p:ph type="body" sz="half" idx="2"/>
          </p:nvPr>
        </p:nvSpPr>
        <p:spPr>
          <a:xfrm>
            <a:off x="629841" y="2057400"/>
            <a:ext cx="3195638" cy="3811588"/>
          </a:xfrm>
        </p:spPr>
        <p:txBody>
          <a:bodyPr>
            <a:normAutofit/>
          </a:bodyPr>
          <a:lstStyle>
            <a:lvl1pPr marL="0" indent="0">
              <a:buNone/>
              <a:defRPr sz="1500">
                <a:effectLs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a:extLst>
              <a:ext uri="{FF2B5EF4-FFF2-40B4-BE49-F238E27FC236}">
                <a16:creationId xmlns:a16="http://schemas.microsoft.com/office/drawing/2014/main" id="{1DBD1808-1D02-4D72-97BF-2F82546CB93E}"/>
              </a:ext>
            </a:extLst>
          </p:cNvPr>
          <p:cNvSpPr>
            <a:spLocks noGrp="1"/>
          </p:cNvSpPr>
          <p:nvPr>
            <p:ph type="dt" sz="half" idx="10"/>
          </p:nvPr>
        </p:nvSpPr>
        <p:spPr/>
        <p:txBody>
          <a:bodyPr/>
          <a:lstStyle>
            <a:lvl1pPr>
              <a:defRPr>
                <a:effectLst/>
              </a:defRPr>
            </a:lvl1pPr>
          </a:lstStyle>
          <a:p>
            <a:pPr>
              <a:defRPr/>
            </a:pPr>
            <a:fld id="{9E52ABCA-E49A-4986-8684-F2F2CFA8AC3C}" type="datetimeFigureOut">
              <a:rPr lang="zh-CN" altLang="en-US"/>
              <a:pPr>
                <a:defRPr/>
              </a:pPr>
              <a:t>2025/2/17</a:t>
            </a:fld>
            <a:endParaRPr lang="zh-CN" altLang="en-US"/>
          </a:p>
        </p:txBody>
      </p:sp>
      <p:sp>
        <p:nvSpPr>
          <p:cNvPr id="6" name="页脚占位符 5">
            <a:extLst>
              <a:ext uri="{FF2B5EF4-FFF2-40B4-BE49-F238E27FC236}">
                <a16:creationId xmlns:a16="http://schemas.microsoft.com/office/drawing/2014/main" id="{35501A4B-A0BA-4FD1-B3C0-F59BEFD13A62}"/>
              </a:ext>
            </a:extLst>
          </p:cNvPr>
          <p:cNvSpPr>
            <a:spLocks noGrp="1"/>
          </p:cNvSpPr>
          <p:nvPr>
            <p:ph type="ftr" sz="quarter" idx="11"/>
          </p:nvPr>
        </p:nvSpPr>
        <p:spPr/>
        <p:txBody>
          <a:bodyPr/>
          <a:lstStyle>
            <a:lvl1pPr>
              <a:defRPr>
                <a:effectLst/>
              </a:defRPr>
            </a:lvl1pPr>
          </a:lstStyle>
          <a:p>
            <a:pPr>
              <a:defRPr/>
            </a:pPr>
            <a:endParaRPr lang="zh-CN" altLang="en-US"/>
          </a:p>
        </p:txBody>
      </p:sp>
      <p:sp>
        <p:nvSpPr>
          <p:cNvPr id="7" name="灯片编号占位符 6">
            <a:extLst>
              <a:ext uri="{FF2B5EF4-FFF2-40B4-BE49-F238E27FC236}">
                <a16:creationId xmlns:a16="http://schemas.microsoft.com/office/drawing/2014/main" id="{4E9E047F-C2B9-4ED4-9738-C8C00A6A1EE7}"/>
              </a:ext>
            </a:extLst>
          </p:cNvPr>
          <p:cNvSpPr>
            <a:spLocks noGrp="1"/>
          </p:cNvSpPr>
          <p:nvPr>
            <p:ph type="sldNum" sz="quarter" idx="12"/>
          </p:nvPr>
        </p:nvSpPr>
        <p:spPr/>
        <p:txBody>
          <a:bodyPr/>
          <a:lstStyle>
            <a:lvl1pPr>
              <a:defRPr>
                <a:effectLst/>
              </a:defRPr>
            </a:lvl1pPr>
          </a:lstStyle>
          <a:p>
            <a:pPr>
              <a:defRPr/>
            </a:pPr>
            <a:fld id="{1482EF2F-CF26-464F-A140-21772D79D551}" type="slidenum">
              <a:rPr lang="zh-CN" altLang="en-US"/>
              <a:pPr>
                <a:defRPr/>
              </a:pPr>
              <a:t>‹#›</a:t>
            </a:fld>
            <a:endParaRPr lang="zh-CN" altLang="en-US"/>
          </a:p>
        </p:txBody>
      </p:sp>
    </p:spTree>
    <p:extLst>
      <p:ext uri="{BB962C8B-B14F-4D97-AF65-F5344CB8AC3E}">
        <p14:creationId xmlns:p14="http://schemas.microsoft.com/office/powerpoint/2010/main" val="393023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B9D4CA5-268E-44EC-8539-50AAE6145127}"/>
              </a:ext>
            </a:extLst>
          </p:cNvPr>
          <p:cNvSpPr>
            <a:spLocks noGrp="1"/>
          </p:cNvSpPr>
          <p:nvPr>
            <p:ph type="title"/>
          </p:nvPr>
        </p:nvSpPr>
        <p:spPr>
          <a:xfrm>
            <a:off x="256784" y="365126"/>
            <a:ext cx="8630432" cy="912529"/>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8753345-E9E9-4109-927E-F72299FD0A14}"/>
              </a:ext>
            </a:extLst>
          </p:cNvPr>
          <p:cNvSpPr>
            <a:spLocks noGrp="1"/>
          </p:cNvSpPr>
          <p:nvPr>
            <p:ph type="body" idx="1"/>
          </p:nvPr>
        </p:nvSpPr>
        <p:spPr>
          <a:xfrm>
            <a:off x="256783" y="1521912"/>
            <a:ext cx="8630431" cy="4655051"/>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45C8DC8-D627-4447-9CB3-42089669748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286373-AF0D-4320-ABF0-2E88825C8D0F}" type="datetimeFigureOut">
              <a:rPr lang="zh-CN" altLang="en-US" smtClean="0"/>
              <a:t>2025/2/17</a:t>
            </a:fld>
            <a:endParaRPr lang="zh-CN" altLang="en-US"/>
          </a:p>
        </p:txBody>
      </p:sp>
      <p:sp>
        <p:nvSpPr>
          <p:cNvPr id="5" name="页脚占位符 4">
            <a:extLst>
              <a:ext uri="{FF2B5EF4-FFF2-40B4-BE49-F238E27FC236}">
                <a16:creationId xmlns:a16="http://schemas.microsoft.com/office/drawing/2014/main" id="{A4E34F38-3C62-4FD5-A485-32DC611BE0F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97058EA-AD49-4EB9-92B5-4529BCAE147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84EB4A9-19F0-4EDE-A6AE-02E0C4A507AF}" type="slidenum">
              <a:rPr lang="zh-CN" altLang="en-US" smtClean="0"/>
              <a:t>‹#›</a:t>
            </a:fld>
            <a:endParaRPr lang="zh-CN" altLang="en-US"/>
          </a:p>
        </p:txBody>
      </p:sp>
    </p:spTree>
    <p:extLst>
      <p:ext uri="{BB962C8B-B14F-4D97-AF65-F5344CB8AC3E}">
        <p14:creationId xmlns:p14="http://schemas.microsoft.com/office/powerpoint/2010/main" val="677210315"/>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685800" rtl="0" eaLnBrk="1" latinLnBrk="0" hangingPunct="1">
        <a:lnSpc>
          <a:spcPct val="90000"/>
        </a:lnSpc>
        <a:spcBef>
          <a:spcPct val="0"/>
        </a:spcBef>
        <a:buNone/>
        <a:defRPr sz="4400" kern="1200" baseline="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ABBC48A-6A34-4A81-A525-74EE60F46EAB}"/>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27B3BDC7-C8DC-473D-8A7E-99943C015611}"/>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6A117943-65BD-44FD-863F-77E51EB80345}"/>
              </a:ext>
            </a:extLst>
          </p:cNvPr>
          <p:cNvSpPr>
            <a:spLocks noGrp="1"/>
          </p:cNvSpPr>
          <p:nvPr>
            <p:ph type="dt" sz="half" idx="2"/>
          </p:nvPr>
        </p:nvSpPr>
        <p:spPr>
          <a:xfrm>
            <a:off x="457200" y="6245225"/>
            <a:ext cx="2133600" cy="476250"/>
          </a:xfrm>
          <a:prstGeom prst="rect">
            <a:avLst/>
          </a:prstGeom>
          <a:noFill/>
          <a:ln w="9525">
            <a:noFill/>
            <a:miter/>
          </a:ln>
        </p:spPr>
        <p:txBody>
          <a:bodyPr/>
          <a:lstStyle>
            <a:lvl1pPr eaLnBrk="1" hangingPunct="1">
              <a:buFont typeface="Arial" panose="020B0604020202020204" pitchFamily="34" charset="0"/>
              <a:buNone/>
              <a:defRPr sz="1400" noProof="1">
                <a:latin typeface="Arial" charset="0"/>
                <a:ea typeface="宋体" charset="-122"/>
                <a:cs typeface="+mn-ea"/>
              </a:defRPr>
            </a:lvl1pPr>
          </a:lstStyle>
          <a:p>
            <a:pPr>
              <a:defRPr/>
            </a:pPr>
            <a:fld id="{849F2574-BBCF-4E2D-B271-35B36DDED39F}" type="datetimeFigureOut">
              <a:rPr lang="zh-CN" altLang="en-US"/>
              <a:pPr>
                <a:defRPr/>
              </a:pPr>
              <a:t>2025/2/17</a:t>
            </a:fld>
            <a:endParaRPr lang="zh-CN" altLang="en-US"/>
          </a:p>
        </p:txBody>
      </p:sp>
      <p:sp>
        <p:nvSpPr>
          <p:cNvPr id="1029" name="Rectangle 5">
            <a:extLst>
              <a:ext uri="{FF2B5EF4-FFF2-40B4-BE49-F238E27FC236}">
                <a16:creationId xmlns:a16="http://schemas.microsoft.com/office/drawing/2014/main" id="{6B61FA8D-A8A1-4CFA-ADE9-E5CCEF457930}"/>
              </a:ext>
            </a:extLst>
          </p:cNvPr>
          <p:cNvSpPr>
            <a:spLocks noGrp="1"/>
          </p:cNvSpPr>
          <p:nvPr>
            <p:ph type="ftr" sz="quarter" idx="3"/>
          </p:nvPr>
        </p:nvSpPr>
        <p:spPr>
          <a:xfrm>
            <a:off x="3124200" y="6245225"/>
            <a:ext cx="2895600" cy="476250"/>
          </a:xfrm>
          <a:prstGeom prst="rect">
            <a:avLst/>
          </a:prstGeom>
          <a:noFill/>
          <a:ln w="9525">
            <a:noFill/>
            <a:miter/>
          </a:ln>
        </p:spPr>
        <p:txBody>
          <a:bodyPr/>
          <a:lstStyle>
            <a:lvl1pPr algn="ctr" eaLnBrk="1" hangingPunct="1">
              <a:buFont typeface="Arial" panose="020B0604020202020204" pitchFamily="34" charset="0"/>
              <a:buNone/>
              <a:defRPr sz="1400" noProof="1"/>
            </a:lvl1pPr>
          </a:lstStyle>
          <a:p>
            <a:pPr>
              <a:defRPr/>
            </a:pPr>
            <a:endParaRPr lang="zh-CN" altLang="en-US"/>
          </a:p>
        </p:txBody>
      </p:sp>
      <p:sp>
        <p:nvSpPr>
          <p:cNvPr id="1030" name="Rectangle 6">
            <a:extLst>
              <a:ext uri="{FF2B5EF4-FFF2-40B4-BE49-F238E27FC236}">
                <a16:creationId xmlns:a16="http://schemas.microsoft.com/office/drawing/2014/main" id="{A6129064-2F54-4664-9CDD-D5BAC27023CD}"/>
              </a:ext>
            </a:extLst>
          </p:cNvPr>
          <p:cNvSpPr>
            <a:spLocks noGrp="1"/>
          </p:cNvSpPr>
          <p:nvPr>
            <p:ph type="sldNum" sz="quarter" idx="4"/>
          </p:nvPr>
        </p:nvSpPr>
        <p:spPr>
          <a:xfrm>
            <a:off x="6553200" y="6245225"/>
            <a:ext cx="2133600" cy="476250"/>
          </a:xfrm>
          <a:prstGeom prst="rect">
            <a:avLst/>
          </a:prstGeom>
          <a:noFill/>
          <a:ln w="9525">
            <a:noFill/>
            <a:miter/>
          </a:ln>
        </p:spPr>
        <p:txBody>
          <a:bodyPr/>
          <a:lstStyle>
            <a:lvl1pPr algn="r" eaLnBrk="1" hangingPunct="1">
              <a:buFont typeface="Arial" panose="020B0604020202020204" pitchFamily="34" charset="0"/>
              <a:buNone/>
              <a:defRPr sz="1400" noProof="1">
                <a:latin typeface="Arial" charset="0"/>
                <a:ea typeface="宋体" charset="-122"/>
                <a:cs typeface="+mn-ea"/>
              </a:defRPr>
            </a:lvl1pPr>
          </a:lstStyle>
          <a:p>
            <a:pPr>
              <a:defRPr/>
            </a:pPr>
            <a:fld id="{DAEAC9DF-F4A0-45F5-8B4D-4BB2FAD87BE5}" type="slidenum">
              <a:rPr lang="zh-CN" altLang="en-US"/>
              <a:pPr>
                <a:defRPr/>
              </a:pPr>
              <a:t>‹#›</a:t>
            </a:fld>
            <a:endParaRPr lang="zh-CN" altLang="en-US">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438216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learning-python.com/about-lp6e.html" TargetMode="External"/><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hyperlink" Target="https://www.python.org/"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www.python.org/"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survey.stackoverflow.co/2024/technology#most-popular-technologies-language"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pypl.github.io/PYPL.html"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hyperlink" Target="https://gvanrossum.github.io/"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ww.python.org/doc/sunset-python-2/"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www.geeksforgeeks.org/difference-between-compiled-and-interpreted-language/"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hyperlink" Target="https://docs.python.org/3/using/index.html"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code.visualstudio.com/" TargetMode="Externa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hyperlink" Target="https://pypi.org/"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hyperlink" Target="https://www.python.org/dev/peps/pep-0008"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hyperlink" Target="https://docs.python.org/3/library/venv.html"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A57C5B-507B-4895-99B3-C32BC729239E}"/>
              </a:ext>
            </a:extLst>
          </p:cNvPr>
          <p:cNvSpPr>
            <a:spLocks noGrp="1"/>
          </p:cNvSpPr>
          <p:nvPr>
            <p:ph type="ctrTitle"/>
          </p:nvPr>
        </p:nvSpPr>
        <p:spPr>
          <a:xfrm>
            <a:off x="252000" y="1122363"/>
            <a:ext cx="8627166" cy="2387600"/>
          </a:xfrm>
        </p:spPr>
        <p:txBody>
          <a:bodyPr/>
          <a:lstStyle/>
          <a:p>
            <a:r>
              <a:rPr lang="zh-CN" altLang="en-US">
                <a:solidFill>
                  <a:srgbClr val="000000"/>
                </a:solidFill>
                <a:latin typeface="+mj-ea"/>
              </a:rPr>
              <a:t>第</a:t>
            </a:r>
            <a:r>
              <a:rPr lang="en-US" altLang="en-US">
                <a:solidFill>
                  <a:srgbClr val="000000"/>
                </a:solidFill>
                <a:latin typeface="+mj-ea"/>
                <a:cs typeface="Times New Roman" panose="02020603050405020304" pitchFamily="18" charset="0"/>
              </a:rPr>
              <a:t>1</a:t>
            </a:r>
            <a:r>
              <a:rPr lang="zh-CN" altLang="en-US">
                <a:solidFill>
                  <a:srgbClr val="000000"/>
                </a:solidFill>
                <a:latin typeface="+mj-ea"/>
              </a:rPr>
              <a:t>章　</a:t>
            </a:r>
            <a:r>
              <a:rPr lang="en-US" altLang="zh-CN">
                <a:solidFill>
                  <a:srgbClr val="000000"/>
                </a:solidFill>
                <a:cs typeface="Times New Roman" panose="02020603050405020304" pitchFamily="18" charset="0"/>
              </a:rPr>
              <a:t>Python</a:t>
            </a:r>
            <a:r>
              <a:rPr lang="zh-CN" altLang="en-US">
                <a:solidFill>
                  <a:srgbClr val="000000"/>
                </a:solidFill>
                <a:latin typeface="+mj-ea"/>
              </a:rPr>
              <a:t>基础知识</a:t>
            </a:r>
            <a:endParaRPr lang="zh-CN" altLang="en-US">
              <a:latin typeface="+mj-ea"/>
            </a:endParaRPr>
          </a:p>
        </p:txBody>
      </p:sp>
      <p:sp>
        <p:nvSpPr>
          <p:cNvPr id="3" name="副标题 2">
            <a:extLst>
              <a:ext uri="{FF2B5EF4-FFF2-40B4-BE49-F238E27FC236}">
                <a16:creationId xmlns:a16="http://schemas.microsoft.com/office/drawing/2014/main" id="{8CCE5E12-E56F-4ECE-8235-D6784D8D3CE9}"/>
              </a:ext>
            </a:extLst>
          </p:cNvPr>
          <p:cNvSpPr>
            <a:spLocks noGrp="1"/>
          </p:cNvSpPr>
          <p:nvPr>
            <p:ph type="subTitle" idx="1"/>
          </p:nvPr>
        </p:nvSpPr>
        <p:spPr>
          <a:xfrm>
            <a:off x="252000" y="3509963"/>
            <a:ext cx="8627166" cy="1747837"/>
          </a:xfrm>
        </p:spPr>
        <p:txBody>
          <a:bodyPr>
            <a:normAutofit/>
          </a:bodyPr>
          <a:lstStyle/>
          <a:p>
            <a:endParaRPr lang="zh-CN" altLang="en-US" sz="2400"/>
          </a:p>
        </p:txBody>
      </p:sp>
    </p:spTree>
    <p:extLst>
      <p:ext uri="{BB962C8B-B14F-4D97-AF65-F5344CB8AC3E}">
        <p14:creationId xmlns:p14="http://schemas.microsoft.com/office/powerpoint/2010/main" val="2916176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7D2922F-1698-4C7E-8072-C5442BDED6F4}"/>
              </a:ext>
            </a:extLst>
          </p:cNvPr>
          <p:cNvSpPr>
            <a:spLocks noGrp="1"/>
          </p:cNvSpPr>
          <p:nvPr>
            <p:ph idx="1"/>
          </p:nvPr>
        </p:nvSpPr>
        <p:spPr>
          <a:xfrm>
            <a:off x="252000" y="1156787"/>
            <a:ext cx="8630431" cy="5456955"/>
          </a:xfrm>
        </p:spPr>
        <p:txBody>
          <a:bodyPr>
            <a:normAutofit/>
          </a:bodyPr>
          <a:lstStyle/>
          <a:p>
            <a:r>
              <a:rPr lang="en-US" altLang="zh-CN"/>
              <a:t>CS205502X Python</a:t>
            </a:r>
            <a:r>
              <a:rPr lang="zh-CN" altLang="en-US"/>
              <a:t>程序设计</a:t>
            </a:r>
            <a:endParaRPr lang="en-US" altLang="zh-CN"/>
          </a:p>
          <a:p>
            <a:endParaRPr lang="zh-CN" altLang="en-US" sz="2400"/>
          </a:p>
          <a:p>
            <a:r>
              <a:rPr lang="en-US" altLang="zh-CN" sz="2400"/>
              <a:t>1-10</a:t>
            </a:r>
            <a:r>
              <a:rPr lang="zh-CN" altLang="en-US" sz="2400"/>
              <a:t>周 星期一 </a:t>
            </a:r>
            <a:r>
              <a:rPr lang="en-US" altLang="zh-CN" sz="2400"/>
              <a:t>9-10</a:t>
            </a:r>
            <a:r>
              <a:rPr lang="zh-CN" altLang="en-US" sz="2400"/>
              <a:t>节 </a:t>
            </a:r>
            <a:r>
              <a:rPr lang="en-US" altLang="zh-CN" sz="2400"/>
              <a:t>A-527</a:t>
            </a:r>
          </a:p>
          <a:p>
            <a:r>
              <a:rPr lang="en-US" altLang="zh-CN" sz="2400"/>
              <a:t>1-  3</a:t>
            </a:r>
            <a:r>
              <a:rPr lang="zh-CN" altLang="en-US" sz="2400"/>
              <a:t>周 星期二 </a:t>
            </a:r>
            <a:r>
              <a:rPr lang="en-US" altLang="zh-CN" sz="2400"/>
              <a:t>9-10</a:t>
            </a:r>
            <a:r>
              <a:rPr lang="zh-CN" altLang="en-US" sz="2400"/>
              <a:t>节 </a:t>
            </a:r>
            <a:r>
              <a:rPr lang="en-US" altLang="zh-CN" sz="2400"/>
              <a:t>A-527</a:t>
            </a:r>
          </a:p>
          <a:p>
            <a:endParaRPr lang="en-US" altLang="zh-CN" sz="2400"/>
          </a:p>
          <a:p>
            <a:r>
              <a:rPr lang="zh-CN" altLang="en-US" sz="2400"/>
              <a:t>学时：</a:t>
            </a:r>
            <a:r>
              <a:rPr lang="en-US" altLang="zh-CN" sz="2400"/>
              <a:t>48</a:t>
            </a:r>
            <a:r>
              <a:rPr lang="zh-CN" altLang="en-US" sz="2400"/>
              <a:t>（其中讲授</a:t>
            </a:r>
            <a:r>
              <a:rPr lang="en-US" altLang="zh-CN" sz="2400"/>
              <a:t>34</a:t>
            </a:r>
            <a:r>
              <a:rPr lang="zh-CN" altLang="en-US" sz="2400"/>
              <a:t>学时，实验</a:t>
            </a:r>
            <a:r>
              <a:rPr kumimoji="1" lang="en-US" altLang="zh-CN" sz="2400"/>
              <a:t>28</a:t>
            </a:r>
            <a:r>
              <a:rPr kumimoji="1" lang="zh-CN" altLang="en-US"/>
              <a:t>学时（折半为</a:t>
            </a:r>
            <a:r>
              <a:rPr kumimoji="1" lang="en-US" altLang="zh-CN"/>
              <a:t>14</a:t>
            </a:r>
            <a:r>
              <a:rPr kumimoji="1" lang="zh-CN" altLang="en-US"/>
              <a:t>）</a:t>
            </a:r>
            <a:r>
              <a:rPr lang="zh-CN" altLang="en-US" sz="2400"/>
              <a:t>）</a:t>
            </a:r>
            <a:endParaRPr lang="en-US" altLang="zh-CN" sz="2400"/>
          </a:p>
          <a:p>
            <a:r>
              <a:rPr lang="zh-CN" altLang="en-US" sz="2400"/>
              <a:t>学分：</a:t>
            </a:r>
            <a:r>
              <a:rPr lang="en-US" altLang="zh-CN" sz="2400"/>
              <a:t>3.0</a:t>
            </a:r>
          </a:p>
        </p:txBody>
      </p:sp>
      <p:sp>
        <p:nvSpPr>
          <p:cNvPr id="3" name="标题 2">
            <a:extLst>
              <a:ext uri="{FF2B5EF4-FFF2-40B4-BE49-F238E27FC236}">
                <a16:creationId xmlns:a16="http://schemas.microsoft.com/office/drawing/2014/main" id="{3F7F1576-4A57-4E9A-AFBD-3C015D9FC324}"/>
              </a:ext>
            </a:extLst>
          </p:cNvPr>
          <p:cNvSpPr>
            <a:spLocks noGrp="1"/>
          </p:cNvSpPr>
          <p:nvPr>
            <p:ph type="title"/>
          </p:nvPr>
        </p:nvSpPr>
        <p:spPr>
          <a:xfrm>
            <a:off x="252000" y="244258"/>
            <a:ext cx="8630432" cy="912529"/>
          </a:xfrm>
        </p:spPr>
        <p:txBody>
          <a:bodyPr>
            <a:normAutofit/>
          </a:bodyPr>
          <a:lstStyle/>
          <a:p>
            <a:r>
              <a:rPr lang="zh-CN" altLang="en-US"/>
              <a:t>授课计划</a:t>
            </a:r>
            <a:endParaRPr lang="zh-CN" altLang="en-US" sz="4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0132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1F67A-0B9E-9934-F0B3-FACFB69B102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D128D69B-09C2-4414-1038-5AEB8E27A013}"/>
              </a:ext>
            </a:extLst>
          </p:cNvPr>
          <p:cNvSpPr>
            <a:spLocks noGrp="1"/>
          </p:cNvSpPr>
          <p:nvPr>
            <p:ph idx="1"/>
          </p:nvPr>
        </p:nvSpPr>
        <p:spPr>
          <a:xfrm>
            <a:off x="252000" y="1156787"/>
            <a:ext cx="8630431" cy="5456955"/>
          </a:xfrm>
        </p:spPr>
        <p:txBody>
          <a:bodyPr>
            <a:normAutofit/>
          </a:bodyPr>
          <a:lstStyle/>
          <a:p>
            <a:r>
              <a:rPr lang="en-US" altLang="zh-CN"/>
              <a:t>1	</a:t>
            </a:r>
            <a:r>
              <a:rPr lang="zh-CN" altLang="en-US"/>
              <a:t>基础知识</a:t>
            </a:r>
          </a:p>
          <a:p>
            <a:r>
              <a:rPr lang="en-US" altLang="zh-CN"/>
              <a:t>2	</a:t>
            </a:r>
            <a:r>
              <a:rPr lang="zh-CN" altLang="en-US"/>
              <a:t>复合数据结构                   </a:t>
            </a:r>
            <a:r>
              <a:rPr lang="zh-CN" altLang="en-US" sz="1800"/>
              <a:t>列表、元组、字典</a:t>
            </a:r>
            <a:endParaRPr lang="zh-CN" altLang="en-US"/>
          </a:p>
          <a:p>
            <a:r>
              <a:rPr lang="en-US" altLang="zh-CN"/>
              <a:t>3	</a:t>
            </a:r>
            <a:r>
              <a:rPr lang="zh-CN" altLang="en-US"/>
              <a:t>复合数据结构                   </a:t>
            </a:r>
            <a:r>
              <a:rPr lang="zh-CN" altLang="en-US" sz="1800"/>
              <a:t>集合、对象与变量</a:t>
            </a:r>
            <a:endParaRPr lang="en-US" altLang="zh-CN" sz="1800"/>
          </a:p>
          <a:p>
            <a:r>
              <a:rPr lang="en-US" altLang="zh-CN"/>
              <a:t>4	</a:t>
            </a:r>
            <a:r>
              <a:rPr lang="zh-CN" altLang="en-US"/>
              <a:t>选择与循环                      </a:t>
            </a:r>
            <a:r>
              <a:rPr lang="zh-CN" altLang="en-US" sz="1800"/>
              <a:t>条件表达式、选择结构、循环结构</a:t>
            </a:r>
          </a:p>
          <a:p>
            <a:r>
              <a:rPr lang="en-US" altLang="zh-CN"/>
              <a:t>5	Unicode</a:t>
            </a:r>
            <a:r>
              <a:rPr lang="zh-CN" altLang="en-US"/>
              <a:t>与字符串		</a:t>
            </a:r>
            <a:r>
              <a:rPr lang="en-US" altLang="zh-CN" sz="1800"/>
              <a:t>Unicode</a:t>
            </a:r>
            <a:r>
              <a:rPr lang="zh-CN" altLang="en-US" sz="1800"/>
              <a:t>字符集、</a:t>
            </a:r>
            <a:r>
              <a:rPr lang="en-US" altLang="zh-CN" sz="1800"/>
              <a:t>UTF</a:t>
            </a:r>
            <a:r>
              <a:rPr lang="zh-CN" altLang="en-US" sz="1800"/>
              <a:t>标准、编码与解码</a:t>
            </a:r>
            <a:endParaRPr lang="zh-CN" altLang="en-US" sz="2000"/>
          </a:p>
          <a:p>
            <a:r>
              <a:rPr lang="en-US" altLang="zh-CN"/>
              <a:t>6	Unicode</a:t>
            </a:r>
            <a:r>
              <a:rPr lang="zh-CN" altLang="en-US"/>
              <a:t>与字符串		</a:t>
            </a:r>
            <a:r>
              <a:rPr lang="en-US" altLang="zh-CN" sz="1800"/>
              <a:t>str</a:t>
            </a:r>
            <a:r>
              <a:rPr lang="zh-CN" altLang="en-US" sz="1800"/>
              <a:t>与</a:t>
            </a:r>
            <a:r>
              <a:rPr lang="en-US" altLang="zh-CN" sz="1800"/>
              <a:t>bytes</a:t>
            </a:r>
            <a:r>
              <a:rPr lang="zh-CN" altLang="en-US" sz="1800"/>
              <a:t>类型、</a:t>
            </a:r>
            <a:r>
              <a:rPr lang="en-US" altLang="zh-CN" sz="1800"/>
              <a:t>Python</a:t>
            </a:r>
            <a:r>
              <a:rPr lang="zh-CN" altLang="en-US" sz="1800"/>
              <a:t>常用字符串函数</a:t>
            </a:r>
          </a:p>
          <a:p>
            <a:r>
              <a:rPr lang="en-US" altLang="zh-CN"/>
              <a:t>7	</a:t>
            </a:r>
            <a:r>
              <a:rPr lang="zh-CN" altLang="en-US"/>
              <a:t>函数                                 </a:t>
            </a:r>
            <a:r>
              <a:rPr lang="zh-CN" altLang="en-US" sz="1800"/>
              <a:t>实参、形参、变量作用域</a:t>
            </a:r>
          </a:p>
          <a:p>
            <a:r>
              <a:rPr lang="en-US" altLang="zh-CN"/>
              <a:t>8	</a:t>
            </a:r>
            <a:r>
              <a:rPr lang="zh-CN" altLang="en-US"/>
              <a:t>迭代                                 </a:t>
            </a:r>
            <a:r>
              <a:rPr lang="zh-CN" altLang="en-US" sz="1800"/>
              <a:t>可迭代对象、迭代器、迭代协议、生成器</a:t>
            </a:r>
          </a:p>
          <a:p>
            <a:r>
              <a:rPr lang="en-US" altLang="zh-CN"/>
              <a:t>9	</a:t>
            </a:r>
            <a:r>
              <a:rPr lang="zh-CN" altLang="en-US"/>
              <a:t>面向对象程序设计           </a:t>
            </a:r>
            <a:r>
              <a:rPr lang="zh-CN" altLang="en-US" sz="1800"/>
              <a:t>类代码编写基础</a:t>
            </a:r>
          </a:p>
          <a:p>
            <a:r>
              <a:rPr lang="en-US" altLang="zh-CN"/>
              <a:t>10	</a:t>
            </a:r>
            <a:r>
              <a:rPr lang="zh-CN" altLang="en-US"/>
              <a:t>面向对象程序设计           </a:t>
            </a:r>
            <a:r>
              <a:rPr lang="zh-CN" altLang="en-US" sz="1800"/>
              <a:t>类相关语法简介</a:t>
            </a:r>
          </a:p>
          <a:p>
            <a:r>
              <a:rPr lang="en-US" altLang="zh-CN"/>
              <a:t>11	</a:t>
            </a:r>
            <a:r>
              <a:rPr lang="zh-CN" altLang="en-US"/>
              <a:t>异常处理</a:t>
            </a:r>
          </a:p>
          <a:p>
            <a:r>
              <a:rPr lang="en-US" altLang="zh-CN"/>
              <a:t>12	</a:t>
            </a:r>
            <a:r>
              <a:rPr lang="zh-CN" altLang="en-US"/>
              <a:t>模块</a:t>
            </a:r>
          </a:p>
        </p:txBody>
      </p:sp>
      <p:sp>
        <p:nvSpPr>
          <p:cNvPr id="3" name="标题 2">
            <a:extLst>
              <a:ext uri="{FF2B5EF4-FFF2-40B4-BE49-F238E27FC236}">
                <a16:creationId xmlns:a16="http://schemas.microsoft.com/office/drawing/2014/main" id="{E94BC9DA-3070-238E-4CAC-C8BF44C1C470}"/>
              </a:ext>
            </a:extLst>
          </p:cNvPr>
          <p:cNvSpPr>
            <a:spLocks noGrp="1"/>
          </p:cNvSpPr>
          <p:nvPr>
            <p:ph type="title"/>
          </p:nvPr>
        </p:nvSpPr>
        <p:spPr>
          <a:xfrm>
            <a:off x="252000" y="244258"/>
            <a:ext cx="8630432" cy="912529"/>
          </a:xfrm>
        </p:spPr>
        <p:txBody>
          <a:bodyPr>
            <a:normAutofit/>
          </a:bodyPr>
          <a:lstStyle/>
          <a:p>
            <a:r>
              <a:rPr lang="zh-CN" altLang="en-US"/>
              <a:t>授课计划</a:t>
            </a:r>
            <a:endParaRPr lang="zh-CN" altLang="en-US" sz="4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359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432DF-23E8-BC54-B7BA-942407D6294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A1A8BC3-09B6-9FFE-BCA3-4470940F073E}"/>
              </a:ext>
            </a:extLst>
          </p:cNvPr>
          <p:cNvSpPr>
            <a:spLocks noGrp="1"/>
          </p:cNvSpPr>
          <p:nvPr>
            <p:ph type="title"/>
          </p:nvPr>
        </p:nvSpPr>
        <p:spPr/>
        <p:txBody>
          <a:bodyPr/>
          <a:lstStyle/>
          <a:p>
            <a:r>
              <a:rPr lang="zh-CN" altLang="en-US" b="0" i="0">
                <a:solidFill>
                  <a:srgbClr val="111111"/>
                </a:solidFill>
                <a:effectLst/>
                <a:latin typeface="Arial" panose="020B0604020202020204" pitchFamily="34" charset="0"/>
              </a:rPr>
              <a:t>加群</a:t>
            </a:r>
            <a:endParaRPr lang="zh-CN" altLang="en-US"/>
          </a:p>
        </p:txBody>
      </p:sp>
      <p:pic>
        <p:nvPicPr>
          <p:cNvPr id="9" name="图片 8">
            <a:extLst>
              <a:ext uri="{FF2B5EF4-FFF2-40B4-BE49-F238E27FC236}">
                <a16:creationId xmlns:a16="http://schemas.microsoft.com/office/drawing/2014/main" id="{A4C34814-7346-9A2D-CE97-7FD290103583}"/>
              </a:ext>
            </a:extLst>
          </p:cNvPr>
          <p:cNvPicPr>
            <a:picLocks noChangeAspect="1"/>
          </p:cNvPicPr>
          <p:nvPr/>
        </p:nvPicPr>
        <p:blipFill>
          <a:blip r:embed="rId2"/>
          <a:stretch>
            <a:fillRect/>
          </a:stretch>
        </p:blipFill>
        <p:spPr>
          <a:xfrm>
            <a:off x="5950707" y="4491965"/>
            <a:ext cx="3072723" cy="976554"/>
          </a:xfrm>
          <a:prstGeom prst="rect">
            <a:avLst/>
          </a:prstGeom>
        </p:spPr>
      </p:pic>
      <p:pic>
        <p:nvPicPr>
          <p:cNvPr id="6" name="内容占位符 5" descr="QR 代码&#10;&#10;AI 生成的内容可能不正确。">
            <a:extLst>
              <a:ext uri="{FF2B5EF4-FFF2-40B4-BE49-F238E27FC236}">
                <a16:creationId xmlns:a16="http://schemas.microsoft.com/office/drawing/2014/main" id="{FE9ADB2C-FBA0-CA0C-1AAB-3FA9533061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35639" y="1157505"/>
            <a:ext cx="3072722" cy="5456237"/>
          </a:xfrm>
        </p:spPr>
      </p:pic>
    </p:spTree>
    <p:extLst>
      <p:ext uri="{BB962C8B-B14F-4D97-AF65-F5344CB8AC3E}">
        <p14:creationId xmlns:p14="http://schemas.microsoft.com/office/powerpoint/2010/main" val="64017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0FEC1-2CA9-C0B3-5D1F-6BB1F5A0809B}"/>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C477EAC-7F2E-1CC6-F5B4-3AA7788D8AC6}"/>
              </a:ext>
            </a:extLst>
          </p:cNvPr>
          <p:cNvSpPr>
            <a:spLocks noGrp="1"/>
          </p:cNvSpPr>
          <p:nvPr>
            <p:ph idx="1"/>
          </p:nvPr>
        </p:nvSpPr>
        <p:spPr>
          <a:xfrm>
            <a:off x="252000" y="1156787"/>
            <a:ext cx="8630431" cy="5456955"/>
          </a:xfrm>
        </p:spPr>
        <p:txBody>
          <a:bodyPr>
            <a:normAutofit lnSpcReduction="10000"/>
          </a:bodyPr>
          <a:lstStyle/>
          <a:p>
            <a:pPr marL="457200" indent="-457200">
              <a:buFont typeface="+mj-lt"/>
              <a:buAutoNum type="arabicPeriod"/>
            </a:pPr>
            <a:r>
              <a:rPr lang="en-US" altLang="zh-CN" sz="2400" dirty="0"/>
              <a:t>《Python</a:t>
            </a:r>
            <a:r>
              <a:rPr lang="zh-CN" altLang="en-US" sz="2400" dirty="0"/>
              <a:t>程序设计</a:t>
            </a:r>
            <a:r>
              <a:rPr lang="en-US" altLang="zh-CN" sz="2400" dirty="0"/>
              <a:t>》</a:t>
            </a:r>
            <a:r>
              <a:rPr lang="zh-CN" altLang="en-US" sz="2400" dirty="0"/>
              <a:t>李光夏编著</a:t>
            </a:r>
            <a:r>
              <a:rPr lang="zh-CN" altLang="en-US" dirty="0"/>
              <a:t>，西安电子科技大学出版社</a:t>
            </a:r>
            <a:r>
              <a:rPr lang="zh-CN" altLang="en-US" sz="2400" dirty="0"/>
              <a:t> ，</a:t>
            </a:r>
            <a:r>
              <a:rPr lang="en-US" altLang="zh-CN" sz="2400" dirty="0"/>
              <a:t>2022</a:t>
            </a:r>
          </a:p>
          <a:p>
            <a:pPr marL="457200" indent="-457200">
              <a:buFont typeface="+mj-lt"/>
              <a:buAutoNum type="arabicPeriod"/>
            </a:pPr>
            <a:r>
              <a:rPr lang="en-US" altLang="zh-CN" dirty="0"/>
              <a:t>Learning Python, </a:t>
            </a:r>
            <a:r>
              <a:rPr lang="en-US" altLang="zh-CN" dirty="0">
                <a:solidFill>
                  <a:srgbClr val="FF0000"/>
                </a:solidFill>
              </a:rPr>
              <a:t>6th Edition</a:t>
            </a:r>
            <a:r>
              <a:rPr lang="en-US" altLang="zh-CN" dirty="0"/>
              <a:t>,</a:t>
            </a:r>
            <a:r>
              <a:rPr lang="zh-CN" altLang="en-US" dirty="0"/>
              <a:t> </a:t>
            </a:r>
            <a:r>
              <a:rPr lang="en-US" altLang="zh-CN" dirty="0"/>
              <a:t>Mark</a:t>
            </a:r>
            <a:r>
              <a:rPr lang="zh-CN" altLang="en-US" dirty="0"/>
              <a:t> </a:t>
            </a:r>
            <a:r>
              <a:rPr lang="en-US" altLang="zh-CN" dirty="0"/>
              <a:t>Lutz</a:t>
            </a:r>
            <a:r>
              <a:rPr lang="zh-CN" altLang="en-US" dirty="0"/>
              <a:t>，</a:t>
            </a:r>
            <a:r>
              <a:rPr lang="en-US" altLang="zh-CN" dirty="0">
                <a:solidFill>
                  <a:srgbClr val="FF0000"/>
                </a:solidFill>
              </a:rPr>
              <a:t>2025</a:t>
            </a:r>
          </a:p>
          <a:p>
            <a:pPr lvl="1"/>
            <a:r>
              <a:rPr lang="en-US" altLang="zh-CN" sz="2000" dirty="0"/>
              <a:t>This new edition will be released as a </a:t>
            </a:r>
            <a:r>
              <a:rPr lang="en-US" altLang="zh-CN" sz="2000" dirty="0">
                <a:solidFill>
                  <a:srgbClr val="FF0000"/>
                </a:solidFill>
              </a:rPr>
              <a:t>1,300-page</a:t>
            </a:r>
          </a:p>
          <a:p>
            <a:pPr marL="432000" lvl="1" indent="0">
              <a:buNone/>
            </a:pPr>
            <a:r>
              <a:rPr lang="zh-CN" altLang="en-US" sz="2000" dirty="0"/>
              <a:t>    </a:t>
            </a:r>
            <a:r>
              <a:rPr lang="en-US" altLang="zh-CN" sz="2000" dirty="0"/>
              <a:t>book in late February 2025. </a:t>
            </a:r>
          </a:p>
          <a:p>
            <a:pPr lvl="1"/>
            <a:r>
              <a:rPr lang="en-US" altLang="zh-CN" sz="2000" dirty="0"/>
              <a:t>Too bulky!</a:t>
            </a:r>
          </a:p>
          <a:p>
            <a:pPr lvl="1"/>
            <a:r>
              <a:rPr lang="en-US" altLang="zh-CN" sz="2000"/>
              <a:t>Not recommended.</a:t>
            </a:r>
            <a:endParaRPr lang="en-US" altLang="zh-CN" sz="2000" dirty="0"/>
          </a:p>
          <a:p>
            <a:pPr lvl="1"/>
            <a:r>
              <a:rPr lang="en-US" altLang="zh-CN" sz="2000" dirty="0">
                <a:hlinkClick r:id="rId3"/>
              </a:rPr>
              <a:t>https://learning-python.com/about-lp6e.html</a:t>
            </a:r>
            <a:endParaRPr lang="en-US" altLang="zh-CN" sz="2000" dirty="0"/>
          </a:p>
          <a:p>
            <a:pPr lvl="1"/>
            <a:endParaRPr lang="en-US" altLang="zh-CN" sz="2000" dirty="0"/>
          </a:p>
          <a:p>
            <a:pPr lvl="1"/>
            <a:endParaRPr lang="en-US" altLang="zh-CN" sz="2000" dirty="0"/>
          </a:p>
          <a:p>
            <a:pPr lvl="1"/>
            <a:endParaRPr lang="en-US" altLang="en-US" sz="2000" dirty="0">
              <a:latin typeface="Times New Roman" panose="02020603050405020304" pitchFamily="18" charset="0"/>
              <a:cs typeface="Times New Roman" panose="02020603050405020304" pitchFamily="18" charset="0"/>
              <a:hlinkClick r:id="rId4"/>
            </a:endParaRPr>
          </a:p>
          <a:p>
            <a:pPr lvl="1"/>
            <a:endParaRPr lang="en-US" altLang="en-US" sz="2000" dirty="0">
              <a:latin typeface="Times New Roman" panose="02020603050405020304" pitchFamily="18" charset="0"/>
              <a:cs typeface="Times New Roman" panose="02020603050405020304" pitchFamily="18" charset="0"/>
              <a:hlinkClick r:id="rId4"/>
            </a:endParaRPr>
          </a:p>
          <a:p>
            <a:pPr lvl="1"/>
            <a:endParaRPr lang="en-US" altLang="en-US" sz="2000" dirty="0">
              <a:latin typeface="Times New Roman" panose="02020603050405020304" pitchFamily="18" charset="0"/>
              <a:cs typeface="Times New Roman" panose="02020603050405020304" pitchFamily="18" charset="0"/>
              <a:hlinkClick r:id="rId4"/>
            </a:endParaRPr>
          </a:p>
          <a:p>
            <a:pPr lvl="1"/>
            <a:endParaRPr lang="en-US" altLang="en-US" dirty="0">
              <a:latin typeface="Times New Roman" panose="02020603050405020304" pitchFamily="18" charset="0"/>
              <a:cs typeface="Times New Roman" panose="02020603050405020304" pitchFamily="18" charset="0"/>
              <a:hlinkClick r:id="rId4"/>
            </a:endParaRPr>
          </a:p>
          <a:p>
            <a:pPr marL="457200" indent="-457200">
              <a:buFont typeface="+mj-lt"/>
              <a:buAutoNum type="arabicPeriod"/>
            </a:pPr>
            <a:r>
              <a:rPr lang="en-US" altLang="en-US" dirty="0"/>
              <a:t>Python’s official site: </a:t>
            </a:r>
            <a:r>
              <a:rPr lang="en-US" altLang="en-US" dirty="0">
                <a:latin typeface="Times New Roman" panose="02020603050405020304" pitchFamily="18" charset="0"/>
                <a:cs typeface="Times New Roman" panose="02020603050405020304" pitchFamily="18" charset="0"/>
                <a:hlinkClick r:id="rId4"/>
              </a:rPr>
              <a:t>https://www.python.org/</a:t>
            </a:r>
            <a:endParaRPr lang="en-US" altLang="en-US"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en-US" dirty="0">
              <a:latin typeface="Times New Roman" panose="02020603050405020304" pitchFamily="18" charset="0"/>
              <a:cs typeface="Times New Roman" panose="02020603050405020304" pitchFamily="18" charset="0"/>
              <a:hlinkClick r:id="rId4"/>
            </a:endParaRPr>
          </a:p>
        </p:txBody>
      </p:sp>
      <p:sp>
        <p:nvSpPr>
          <p:cNvPr id="3" name="标题 2">
            <a:extLst>
              <a:ext uri="{FF2B5EF4-FFF2-40B4-BE49-F238E27FC236}">
                <a16:creationId xmlns:a16="http://schemas.microsoft.com/office/drawing/2014/main" id="{324C3E04-12E9-C49C-B829-B487B1E26219}"/>
              </a:ext>
            </a:extLst>
          </p:cNvPr>
          <p:cNvSpPr>
            <a:spLocks noGrp="1"/>
          </p:cNvSpPr>
          <p:nvPr>
            <p:ph type="title"/>
          </p:nvPr>
        </p:nvSpPr>
        <p:spPr>
          <a:xfrm>
            <a:off x="252000" y="244258"/>
            <a:ext cx="8630432" cy="912529"/>
          </a:xfrm>
        </p:spPr>
        <p:txBody>
          <a:bodyPr>
            <a:normAutofit/>
          </a:bodyPr>
          <a:lstStyle/>
          <a:p>
            <a:r>
              <a:rPr lang="zh-CN" altLang="en-US"/>
              <a:t>参考书</a:t>
            </a:r>
            <a:endParaRPr lang="zh-CN" altLang="en-US" sz="4400">
              <a:latin typeface="Times New Roman" panose="02020603050405020304" pitchFamily="18" charset="0"/>
              <a:cs typeface="Times New Roman" panose="02020603050405020304" pitchFamily="18" charset="0"/>
            </a:endParaRPr>
          </a:p>
        </p:txBody>
      </p:sp>
      <p:sp>
        <p:nvSpPr>
          <p:cNvPr id="4" name="AutoShape 2">
            <a:extLst>
              <a:ext uri="{FF2B5EF4-FFF2-40B4-BE49-F238E27FC236}">
                <a16:creationId xmlns:a16="http://schemas.microsoft.com/office/drawing/2014/main" id="{076DFA01-1CEE-2066-4666-8C4E0C41AFD5}"/>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4">
            <a:extLst>
              <a:ext uri="{FF2B5EF4-FFF2-40B4-BE49-F238E27FC236}">
                <a16:creationId xmlns:a16="http://schemas.microsoft.com/office/drawing/2014/main" id="{0F77F50F-E397-7E80-2AE4-861458DF87C4}"/>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图片 8">
            <a:extLst>
              <a:ext uri="{FF2B5EF4-FFF2-40B4-BE49-F238E27FC236}">
                <a16:creationId xmlns:a16="http://schemas.microsoft.com/office/drawing/2014/main" id="{D3E2ACBD-F00D-2119-78B9-A482E375C835}"/>
              </a:ext>
            </a:extLst>
          </p:cNvPr>
          <p:cNvPicPr>
            <a:picLocks noChangeAspect="1"/>
          </p:cNvPicPr>
          <p:nvPr/>
        </p:nvPicPr>
        <p:blipFill>
          <a:blip r:embed="rId5"/>
          <a:stretch>
            <a:fillRect/>
          </a:stretch>
        </p:blipFill>
        <p:spPr>
          <a:xfrm>
            <a:off x="7179542" y="1625778"/>
            <a:ext cx="1610890" cy="2313637"/>
          </a:xfrm>
          <a:prstGeom prst="rect">
            <a:avLst/>
          </a:prstGeom>
        </p:spPr>
      </p:pic>
      <p:pic>
        <p:nvPicPr>
          <p:cNvPr id="1028" name="Picture 4" descr="Learning Python - Mark Lutz - bookbot.at">
            <a:extLst>
              <a:ext uri="{FF2B5EF4-FFF2-40B4-BE49-F238E27FC236}">
                <a16:creationId xmlns:a16="http://schemas.microsoft.com/office/drawing/2014/main" id="{33F3518E-C3EB-10CE-BC55-FA2253C840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6688" y="4111580"/>
            <a:ext cx="1836629" cy="1836629"/>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4E9ED065-82E0-C552-2939-8276DC863F5A}"/>
              </a:ext>
            </a:extLst>
          </p:cNvPr>
          <p:cNvPicPr>
            <a:picLocks noChangeAspect="1"/>
          </p:cNvPicPr>
          <p:nvPr/>
        </p:nvPicPr>
        <p:blipFill>
          <a:blip r:embed="rId7"/>
          <a:stretch>
            <a:fillRect/>
          </a:stretch>
        </p:blipFill>
        <p:spPr>
          <a:xfrm>
            <a:off x="2805725" y="4574683"/>
            <a:ext cx="5832208" cy="1045775"/>
          </a:xfrm>
          <a:prstGeom prst="rect">
            <a:avLst/>
          </a:prstGeom>
        </p:spPr>
      </p:pic>
    </p:spTree>
    <p:extLst>
      <p:ext uri="{BB962C8B-B14F-4D97-AF65-F5344CB8AC3E}">
        <p14:creationId xmlns:p14="http://schemas.microsoft.com/office/powerpoint/2010/main" val="2111200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F3023C0-3295-4CFC-86DA-A3F851AD21FB}"/>
              </a:ext>
            </a:extLst>
          </p:cNvPr>
          <p:cNvSpPr>
            <a:spLocks noGrp="1"/>
          </p:cNvSpPr>
          <p:nvPr>
            <p:ph idx="1"/>
          </p:nvPr>
        </p:nvSpPr>
        <p:spPr/>
        <p:txBody>
          <a:bodyPr>
            <a:normAutofit/>
          </a:bodyPr>
          <a:lstStyle/>
          <a:p>
            <a:pPr marL="288000" lvl="0" indent="-288000" defTabSz="914400" fontAlgn="base">
              <a:lnSpc>
                <a:spcPct val="100000"/>
              </a:lnSpc>
              <a:spcBef>
                <a:spcPts val="600"/>
              </a:spcBef>
              <a:spcAft>
                <a:spcPct val="0"/>
              </a:spcAft>
              <a:buFontTx/>
              <a:buChar char="•"/>
            </a:pPr>
            <a:r>
              <a:rPr lang="en-US" altLang="zh-CN">
                <a:solidFill>
                  <a:srgbClr val="000000"/>
                </a:solidFill>
                <a:ea typeface="宋体"/>
                <a:cs typeface="Times New Roman" panose="02020603050405020304" pitchFamily="18" charset="0"/>
              </a:rPr>
              <a:t>Python</a:t>
            </a:r>
            <a:r>
              <a:rPr lang="zh-CN" altLang="en-US">
                <a:solidFill>
                  <a:srgbClr val="000000"/>
                </a:solidFill>
                <a:latin typeface="Times New Roman" panose="02020603050405020304" pitchFamily="18" charset="0"/>
                <a:ea typeface="宋体"/>
                <a:cs typeface="Times New Roman" panose="02020603050405020304" pitchFamily="18" charset="0"/>
              </a:rPr>
              <a:t>是一种</a:t>
            </a:r>
            <a:r>
              <a:rPr lang="zh-CN" altLang="en-US">
                <a:solidFill>
                  <a:srgbClr val="FF0000"/>
                </a:solidFill>
                <a:latin typeface="Times New Roman" panose="02020603050405020304" pitchFamily="18" charset="0"/>
                <a:ea typeface="宋体"/>
                <a:cs typeface="Times New Roman" panose="02020603050405020304" pitchFamily="18" charset="0"/>
              </a:rPr>
              <a:t>面向对象的</a:t>
            </a:r>
            <a:r>
              <a:rPr lang="zh-CN" altLang="en-US">
                <a:solidFill>
                  <a:srgbClr val="000000"/>
                </a:solidFill>
                <a:latin typeface="Times New Roman" panose="02020603050405020304" pitchFamily="18" charset="0"/>
                <a:ea typeface="宋体"/>
                <a:cs typeface="Times New Roman" panose="02020603050405020304" pitchFamily="18" charset="0"/>
              </a:rPr>
              <a:t>、兼具</a:t>
            </a:r>
            <a:r>
              <a:rPr lang="zh-CN" altLang="en-US">
                <a:solidFill>
                  <a:srgbClr val="FF0000"/>
                </a:solidFill>
                <a:latin typeface="Times New Roman" panose="02020603050405020304" pitchFamily="18" charset="0"/>
                <a:ea typeface="宋体"/>
                <a:cs typeface="Times New Roman" panose="02020603050405020304" pitchFamily="18" charset="0"/>
              </a:rPr>
              <a:t>编译型</a:t>
            </a:r>
            <a:r>
              <a:rPr lang="zh-CN" altLang="en-US">
                <a:solidFill>
                  <a:srgbClr val="000000"/>
                </a:solidFill>
                <a:latin typeface="Times New Roman" panose="02020603050405020304" pitchFamily="18" charset="0"/>
                <a:ea typeface="宋体"/>
                <a:cs typeface="Times New Roman" panose="02020603050405020304" pitchFamily="18" charset="0"/>
              </a:rPr>
              <a:t>和</a:t>
            </a:r>
            <a:r>
              <a:rPr lang="zh-CN" altLang="en-US">
                <a:solidFill>
                  <a:srgbClr val="FF0000"/>
                </a:solidFill>
                <a:latin typeface="Times New Roman" panose="02020603050405020304" pitchFamily="18" charset="0"/>
                <a:ea typeface="宋体"/>
                <a:cs typeface="Times New Roman" panose="02020603050405020304" pitchFamily="18" charset="0"/>
              </a:rPr>
              <a:t>解释型</a:t>
            </a:r>
            <a:r>
              <a:rPr lang="zh-CN" altLang="en-US">
                <a:solidFill>
                  <a:srgbClr val="000000"/>
                </a:solidFill>
                <a:latin typeface="Times New Roman" panose="02020603050405020304" pitchFamily="18" charset="0"/>
                <a:ea typeface="宋体"/>
                <a:cs typeface="Times New Roman" panose="02020603050405020304" pitchFamily="18" charset="0"/>
              </a:rPr>
              <a:t>特点的高级动态类型计算机程序设计语言</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288000" lvl="0" indent="-288000" defTabSz="914400" fontAlgn="base">
              <a:lnSpc>
                <a:spcPct val="100000"/>
              </a:lnSpc>
              <a:spcBef>
                <a:spcPts val="600"/>
              </a:spcBef>
              <a:spcAft>
                <a:spcPct val="0"/>
              </a:spcAft>
              <a:buFontTx/>
              <a:buChar char="•"/>
            </a:pPr>
            <a:r>
              <a:rPr lang="zh-CN" altLang="en-US">
                <a:solidFill>
                  <a:srgbClr val="000000"/>
                </a:solidFill>
                <a:latin typeface="Times New Roman" panose="02020603050405020304" pitchFamily="18" charset="0"/>
                <a:ea typeface="宋体"/>
                <a:cs typeface="Times New Roman" panose="02020603050405020304" pitchFamily="18" charset="0"/>
              </a:rPr>
              <a:t>与</a:t>
            </a:r>
            <a:r>
              <a:rPr lang="en-US" altLang="zh-CN">
                <a:solidFill>
                  <a:srgbClr val="000000"/>
                </a:solidFill>
                <a:ea typeface="宋体"/>
                <a:cs typeface="Times New Roman" panose="02020603050405020304" pitchFamily="18" charset="0"/>
              </a:rPr>
              <a:t>C</a:t>
            </a:r>
            <a:r>
              <a:rPr lang="zh-CN" altLang="en-US">
                <a:solidFill>
                  <a:srgbClr val="000000"/>
                </a:solidFill>
                <a:ea typeface="宋体"/>
                <a:cs typeface="Times New Roman" panose="02020603050405020304" pitchFamily="18" charset="0"/>
              </a:rPr>
              <a:t>、</a:t>
            </a:r>
            <a:r>
              <a:rPr lang="en-US" altLang="zh-CN">
                <a:solidFill>
                  <a:srgbClr val="000000"/>
                </a:solidFill>
                <a:ea typeface="宋体"/>
                <a:cs typeface="Times New Roman" panose="02020603050405020304" pitchFamily="18" charset="0"/>
              </a:rPr>
              <a:t>C++</a:t>
            </a:r>
            <a:r>
              <a:rPr lang="zh-CN" altLang="en-US">
                <a:solidFill>
                  <a:srgbClr val="000000"/>
                </a:solidFill>
                <a:latin typeface="Times New Roman" panose="02020603050405020304" pitchFamily="18" charset="0"/>
                <a:ea typeface="宋体"/>
                <a:cs typeface="Times New Roman" panose="02020603050405020304" pitchFamily="18" charset="0"/>
              </a:rPr>
              <a:t>等编译型语言相比，</a:t>
            </a:r>
            <a:r>
              <a:rPr lang="zh-CN" altLang="en-US">
                <a:solidFill>
                  <a:srgbClr val="FF0000"/>
                </a:solidFill>
                <a:latin typeface="Times New Roman" panose="02020603050405020304" pitchFamily="18" charset="0"/>
                <a:ea typeface="宋体"/>
                <a:cs typeface="Times New Roman" panose="02020603050405020304" pitchFamily="18" charset="0"/>
              </a:rPr>
              <a:t>不需要独立的编译过程</a:t>
            </a:r>
            <a:r>
              <a:rPr lang="zh-CN" altLang="en-US">
                <a:solidFill>
                  <a:srgbClr val="000000"/>
                </a:solidFill>
                <a:latin typeface="Times New Roman" panose="02020603050405020304" pitchFamily="18" charset="0"/>
                <a:ea typeface="宋体"/>
                <a:cs typeface="Times New Roman" panose="02020603050405020304" pitchFamily="18" charset="0"/>
              </a:rPr>
              <a:t>，程序编写完成后即可运行，适用于脚本等需要快速编码的日常任务</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288000" lvl="0" indent="-288000" defTabSz="914400" fontAlgn="base">
              <a:lnSpc>
                <a:spcPct val="100000"/>
              </a:lnSpc>
              <a:spcBef>
                <a:spcPts val="600"/>
              </a:spcBef>
              <a:spcAft>
                <a:spcPct val="0"/>
              </a:spcAft>
              <a:buFontTx/>
              <a:buChar char="•"/>
            </a:pPr>
            <a:r>
              <a:rPr lang="zh-CN" altLang="en-US">
                <a:solidFill>
                  <a:srgbClr val="FF0000"/>
                </a:solidFill>
                <a:latin typeface="Times New Roman" panose="02020603050405020304" pitchFamily="18" charset="0"/>
                <a:ea typeface="宋体"/>
                <a:cs typeface="Times New Roman" panose="02020603050405020304" pitchFamily="18" charset="0"/>
              </a:rPr>
              <a:t>语法简洁</a:t>
            </a:r>
            <a:r>
              <a:rPr lang="zh-CN" altLang="en-US">
                <a:solidFill>
                  <a:srgbClr val="000000"/>
                </a:solidFill>
                <a:latin typeface="Times New Roman" panose="02020603050405020304" pitchFamily="18" charset="0"/>
                <a:ea typeface="宋体"/>
                <a:cs typeface="Times New Roman" panose="02020603050405020304" pitchFamily="18" charset="0"/>
              </a:rPr>
              <a:t>，使用缩进来定义语句块</a:t>
            </a:r>
          </a:p>
          <a:p>
            <a:pPr marL="288000" lvl="0" indent="-288000" defTabSz="914400" fontAlgn="base">
              <a:lnSpc>
                <a:spcPct val="100000"/>
              </a:lnSpc>
              <a:spcBef>
                <a:spcPts val="600"/>
              </a:spcBef>
              <a:spcAft>
                <a:spcPct val="0"/>
              </a:spcAft>
              <a:buFontTx/>
              <a:buChar char="•"/>
            </a:pPr>
            <a:r>
              <a:rPr lang="zh-CN" altLang="en-US">
                <a:solidFill>
                  <a:srgbClr val="000000"/>
                </a:solidFill>
                <a:latin typeface="Times New Roman" panose="02020603050405020304" pitchFamily="18" charset="0"/>
                <a:ea typeface="宋体"/>
                <a:cs typeface="Times New Roman" panose="02020603050405020304" pitchFamily="18" charset="0"/>
              </a:rPr>
              <a:t>支持</a:t>
            </a:r>
            <a:r>
              <a:rPr lang="zh-CN" altLang="en-US">
                <a:solidFill>
                  <a:srgbClr val="FF0000"/>
                </a:solidFill>
                <a:latin typeface="Times New Roman" panose="02020603050405020304" pitchFamily="18" charset="0"/>
                <a:ea typeface="宋体"/>
                <a:cs typeface="Times New Roman" panose="02020603050405020304" pitchFamily="18" charset="0"/>
              </a:rPr>
              <a:t>命令式程序设计</a:t>
            </a:r>
            <a:r>
              <a:rPr lang="zh-CN" altLang="en-US">
                <a:solidFill>
                  <a:srgbClr val="000000"/>
                </a:solidFill>
                <a:latin typeface="Times New Roman" panose="02020603050405020304" pitchFamily="18" charset="0"/>
                <a:ea typeface="宋体"/>
                <a:cs typeface="Times New Roman" panose="02020603050405020304" pitchFamily="18" charset="0"/>
              </a:rPr>
              <a:t>、</a:t>
            </a:r>
            <a:r>
              <a:rPr lang="zh-CN" altLang="en-US">
                <a:solidFill>
                  <a:srgbClr val="FF0000"/>
                </a:solidFill>
                <a:latin typeface="Times New Roman" panose="02020603050405020304" pitchFamily="18" charset="0"/>
                <a:ea typeface="宋体"/>
                <a:cs typeface="Times New Roman" panose="02020603050405020304" pitchFamily="18" charset="0"/>
              </a:rPr>
              <a:t>面向对象程序设计</a:t>
            </a:r>
            <a:r>
              <a:rPr lang="zh-CN" altLang="en-US">
                <a:solidFill>
                  <a:srgbClr val="000000"/>
                </a:solidFill>
                <a:latin typeface="Times New Roman" panose="02020603050405020304" pitchFamily="18" charset="0"/>
                <a:ea typeface="宋体"/>
                <a:cs typeface="Times New Roman" panose="02020603050405020304" pitchFamily="18" charset="0"/>
              </a:rPr>
              <a:t>、</a:t>
            </a:r>
            <a:r>
              <a:rPr lang="zh-CN" altLang="en-US">
                <a:solidFill>
                  <a:srgbClr val="FF0000"/>
                </a:solidFill>
                <a:latin typeface="Times New Roman" panose="02020603050405020304" pitchFamily="18" charset="0"/>
                <a:ea typeface="宋体"/>
                <a:cs typeface="Times New Roman" panose="02020603050405020304" pitchFamily="18" charset="0"/>
              </a:rPr>
              <a:t>函数式编程</a:t>
            </a:r>
            <a:r>
              <a:rPr lang="zh-CN" altLang="en-US">
                <a:solidFill>
                  <a:srgbClr val="000000"/>
                </a:solidFill>
                <a:latin typeface="Times New Roman" panose="02020603050405020304" pitchFamily="18" charset="0"/>
                <a:ea typeface="宋体"/>
                <a:cs typeface="Times New Roman" panose="02020603050405020304" pitchFamily="18" charset="0"/>
              </a:rPr>
              <a:t>等</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288000" indent="-288000" defTabSz="914400" fontAlgn="base">
              <a:lnSpc>
                <a:spcPct val="100000"/>
              </a:lnSpc>
              <a:spcBef>
                <a:spcPts val="600"/>
              </a:spcBef>
              <a:spcAft>
                <a:spcPct val="0"/>
              </a:spcAft>
              <a:buFontTx/>
              <a:buChar char="•"/>
            </a:pPr>
            <a:r>
              <a:rPr lang="zh-CN" altLang="en-US">
                <a:solidFill>
                  <a:srgbClr val="000000"/>
                </a:solidFill>
                <a:latin typeface="Times New Roman" panose="02020603050405020304" pitchFamily="18" charset="0"/>
                <a:ea typeface="宋体"/>
                <a:cs typeface="Times New Roman" panose="02020603050405020304" pitchFamily="18" charset="0"/>
              </a:rPr>
              <a:t>包含了功能完备的标准库，能够胜任常见应用程序的开发</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288000" lvl="0" indent="-288000" defTabSz="914400" fontAlgn="base">
              <a:lnSpc>
                <a:spcPct val="100000"/>
              </a:lnSpc>
              <a:spcBef>
                <a:spcPts val="600"/>
              </a:spcBef>
              <a:spcAft>
                <a:spcPct val="0"/>
              </a:spcAft>
              <a:buFontTx/>
              <a:buChar char="•"/>
            </a:pPr>
            <a:r>
              <a:rPr lang="zh-CN" altLang="en-US">
                <a:solidFill>
                  <a:srgbClr val="FF0000"/>
                </a:solidFill>
                <a:latin typeface="Times New Roman" panose="02020603050405020304" pitchFamily="18" charset="0"/>
                <a:ea typeface="宋体"/>
                <a:cs typeface="Times New Roman" panose="02020603050405020304" pitchFamily="18" charset="0"/>
              </a:rPr>
              <a:t>跨平台、开源、免费</a:t>
            </a:r>
            <a:endParaRPr lang="en-US" altLang="zh-CN">
              <a:solidFill>
                <a:srgbClr val="FF0000"/>
              </a:solidFill>
              <a:latin typeface="Times New Roman" panose="02020603050405020304" pitchFamily="18" charset="0"/>
              <a:ea typeface="宋体"/>
              <a:cs typeface="Times New Roman" panose="02020603050405020304" pitchFamily="18" charset="0"/>
            </a:endParaRPr>
          </a:p>
          <a:p>
            <a:pPr defTabSz="914400" fontAlgn="base">
              <a:spcAft>
                <a:spcPct val="0"/>
              </a:spcAft>
              <a:buFontTx/>
              <a:buChar char="•"/>
            </a:pPr>
            <a:r>
              <a:rPr lang="zh-CN" altLang="en-US">
                <a:solidFill>
                  <a:srgbClr val="000000"/>
                </a:solidFill>
                <a:latin typeface="Times New Roman" panose="02020603050405020304" pitchFamily="18" charset="0"/>
                <a:ea typeface="宋体"/>
                <a:cs typeface="Times New Roman" panose="02020603050405020304" pitchFamily="18" charset="0"/>
              </a:rPr>
              <a:t>由荷兰籍程序员吉多</a:t>
            </a:r>
            <a:r>
              <a:rPr lang="en-US" altLang="zh-CN">
                <a:solidFill>
                  <a:srgbClr val="000000"/>
                </a:solidFill>
                <a:latin typeface="Times New Roman" panose="02020603050405020304" pitchFamily="18" charset="0"/>
                <a:ea typeface="宋体"/>
                <a:cs typeface="Times New Roman" panose="02020603050405020304" pitchFamily="18" charset="0"/>
              </a:rPr>
              <a:t>·</a:t>
            </a:r>
            <a:r>
              <a:rPr lang="zh-CN" altLang="en-US">
                <a:solidFill>
                  <a:srgbClr val="000000"/>
                </a:solidFill>
                <a:latin typeface="Times New Roman" panose="02020603050405020304" pitchFamily="18" charset="0"/>
                <a:ea typeface="宋体"/>
                <a:cs typeface="Times New Roman" panose="02020603050405020304" pitchFamily="18" charset="0"/>
              </a:rPr>
              <a:t>范</a:t>
            </a:r>
            <a:r>
              <a:rPr lang="en-US" altLang="zh-CN">
                <a:solidFill>
                  <a:srgbClr val="000000"/>
                </a:solidFill>
                <a:latin typeface="Times New Roman" panose="02020603050405020304" pitchFamily="18" charset="0"/>
                <a:ea typeface="宋体"/>
                <a:cs typeface="Times New Roman" panose="02020603050405020304" pitchFamily="18" charset="0"/>
              </a:rPr>
              <a:t>·</a:t>
            </a:r>
            <a:r>
              <a:rPr lang="zh-CN" altLang="en-US">
                <a:solidFill>
                  <a:srgbClr val="000000"/>
                </a:solidFill>
                <a:latin typeface="Times New Roman" panose="02020603050405020304" pitchFamily="18" charset="0"/>
                <a:ea typeface="宋体"/>
                <a:cs typeface="Times New Roman" panose="02020603050405020304" pitchFamily="18" charset="0"/>
              </a:rPr>
              <a:t>罗苏姆（</a:t>
            </a:r>
            <a:r>
              <a:rPr lang="en-US" altLang="zh-CN">
                <a:solidFill>
                  <a:srgbClr val="000000"/>
                </a:solidFill>
                <a:ea typeface="宋体"/>
                <a:cs typeface="Times New Roman" panose="02020603050405020304" pitchFamily="18" charset="0"/>
              </a:rPr>
              <a:t>Guido van Rossum</a:t>
            </a:r>
            <a:r>
              <a:rPr lang="zh-CN" altLang="en-US">
                <a:solidFill>
                  <a:srgbClr val="000000"/>
                </a:solidFill>
                <a:latin typeface="Times New Roman" panose="02020603050405020304" pitchFamily="18" charset="0"/>
                <a:ea typeface="宋体"/>
                <a:cs typeface="Times New Roman" panose="02020603050405020304" pitchFamily="18" charset="0"/>
              </a:rPr>
              <a:t>）于</a:t>
            </a:r>
            <a:r>
              <a:rPr lang="en-US" altLang="zh-CN">
                <a:solidFill>
                  <a:srgbClr val="000000"/>
                </a:solidFill>
                <a:latin typeface="Times New Roman" panose="02020603050405020304" pitchFamily="18" charset="0"/>
                <a:ea typeface="宋体"/>
                <a:cs typeface="Times New Roman" panose="02020603050405020304" pitchFamily="18" charset="0"/>
              </a:rPr>
              <a:t>1989</a:t>
            </a:r>
            <a:r>
              <a:rPr lang="zh-CN" altLang="en-US">
                <a:solidFill>
                  <a:srgbClr val="000000"/>
                </a:solidFill>
                <a:latin typeface="Times New Roman" panose="02020603050405020304" pitchFamily="18" charset="0"/>
                <a:ea typeface="宋体"/>
                <a:cs typeface="Times New Roman" panose="02020603050405020304" pitchFamily="18" charset="0"/>
              </a:rPr>
              <a:t>年创建，现由非营利组织</a:t>
            </a:r>
            <a:r>
              <a:rPr lang="en-US" altLang="zh-CN">
                <a:solidFill>
                  <a:srgbClr val="000000"/>
                </a:solidFill>
                <a:ea typeface="宋体"/>
                <a:cs typeface="Times New Roman" panose="02020603050405020304" pitchFamily="18" charset="0"/>
              </a:rPr>
              <a:t>Python</a:t>
            </a:r>
            <a:r>
              <a:rPr lang="zh-CN" altLang="en-US">
                <a:solidFill>
                  <a:srgbClr val="000000"/>
                </a:solidFill>
                <a:latin typeface="Times New Roman" panose="02020603050405020304" pitchFamily="18" charset="0"/>
                <a:ea typeface="宋体"/>
                <a:cs typeface="Times New Roman" panose="02020603050405020304" pitchFamily="18" charset="0"/>
              </a:rPr>
              <a:t>软件基金会（</a:t>
            </a:r>
            <a:r>
              <a:rPr lang="en-US" altLang="en-US">
                <a:solidFill>
                  <a:srgbClr val="000000"/>
                </a:solidFill>
                <a:ea typeface="宋体"/>
                <a:cs typeface="Times New Roman" panose="02020603050405020304" pitchFamily="18" charset="0"/>
              </a:rPr>
              <a:t>Python Software Foundation</a:t>
            </a:r>
            <a:r>
              <a:rPr lang="zh-CN" altLang="en-US">
                <a:solidFill>
                  <a:srgbClr val="000000"/>
                </a:solidFill>
                <a:latin typeface="Times New Roman" panose="02020603050405020304" pitchFamily="18" charset="0"/>
                <a:ea typeface="宋体"/>
                <a:cs typeface="Times New Roman" panose="02020603050405020304" pitchFamily="18" charset="0"/>
              </a:rPr>
              <a:t>）开发维护</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288000" indent="-288000" defTabSz="914400" fontAlgn="base">
              <a:lnSpc>
                <a:spcPct val="100000"/>
              </a:lnSpc>
              <a:spcBef>
                <a:spcPts val="600"/>
              </a:spcBef>
              <a:spcAft>
                <a:spcPct val="0"/>
              </a:spcAft>
              <a:buFontTx/>
              <a:buChar char="•"/>
            </a:pPr>
            <a:r>
              <a:rPr lang="en-US" altLang="en-US">
                <a:latin typeface="Times New Roman" panose="02020603050405020304" pitchFamily="18" charset="0"/>
                <a:cs typeface="Times New Roman" panose="02020603050405020304" pitchFamily="18" charset="0"/>
                <a:hlinkClick r:id="rId2"/>
              </a:rPr>
              <a:t>https://www.python.org/</a:t>
            </a:r>
            <a:endParaRPr lang="en-US" altLang="en-US">
              <a:latin typeface="Times New Roman" panose="02020603050405020304" pitchFamily="18" charset="0"/>
              <a:cs typeface="Times New Roman" panose="02020603050405020304" pitchFamily="18" charset="0"/>
            </a:endParaRPr>
          </a:p>
        </p:txBody>
      </p:sp>
      <p:sp>
        <p:nvSpPr>
          <p:cNvPr id="3" name="标题 2">
            <a:extLst>
              <a:ext uri="{FF2B5EF4-FFF2-40B4-BE49-F238E27FC236}">
                <a16:creationId xmlns:a16="http://schemas.microsoft.com/office/drawing/2014/main" id="{5E300785-6727-4880-85DB-407AD09E5F40}"/>
              </a:ext>
            </a:extLst>
          </p:cNvPr>
          <p:cNvSpPr>
            <a:spLocks noGrp="1"/>
          </p:cNvSpPr>
          <p:nvPr>
            <p:ph type="title"/>
          </p:nvPr>
        </p:nvSpPr>
        <p:spPr/>
        <p:txBody>
          <a:bodyPr/>
          <a:lstStyle/>
          <a:p>
            <a:r>
              <a:rPr lang="en-US" altLang="en-US">
                <a:solidFill>
                  <a:srgbClr val="000000"/>
                </a:solidFill>
                <a:ea typeface="宋体"/>
                <a:cs typeface="Times New Roman" panose="02020603050405020304" pitchFamily="18" charset="0"/>
              </a:rPr>
              <a:t>Python</a:t>
            </a:r>
            <a:r>
              <a:rPr lang="zh-CN" altLang="en-US">
                <a:solidFill>
                  <a:srgbClr val="000000"/>
                </a:solidFill>
                <a:latin typeface="宋体"/>
                <a:ea typeface="宋体"/>
              </a:rPr>
              <a:t>是一种怎样的语言</a:t>
            </a:r>
            <a:endParaRPr lang="zh-CN" altLang="en-US"/>
          </a:p>
        </p:txBody>
      </p:sp>
    </p:spTree>
    <p:extLst>
      <p:ext uri="{BB962C8B-B14F-4D97-AF65-F5344CB8AC3E}">
        <p14:creationId xmlns:p14="http://schemas.microsoft.com/office/powerpoint/2010/main" val="1027385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C5202-1E72-06A9-39E4-5C0962688E8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B2E44AC-7F02-7B8F-6879-860C5F810D7D}"/>
              </a:ext>
            </a:extLst>
          </p:cNvPr>
          <p:cNvSpPr>
            <a:spLocks noGrp="1"/>
          </p:cNvSpPr>
          <p:nvPr>
            <p:ph idx="1"/>
          </p:nvPr>
        </p:nvSpPr>
        <p:spPr/>
        <p:txBody>
          <a:bodyPr>
            <a:normAutofit fontScale="92500" lnSpcReduction="20000"/>
          </a:bodyPr>
          <a:lstStyle/>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endParaRPr lang="en-US" altLang="en-US">
              <a:latin typeface="Times New Roman" panose="02020603050405020304" pitchFamily="18" charset="0"/>
              <a:cs typeface="Times New Roman" panose="02020603050405020304" pitchFamily="18" charset="0"/>
              <a:hlinkClick r:id="rId2"/>
            </a:endParaRPr>
          </a:p>
          <a:p>
            <a:pPr marL="288000" indent="-288000" defTabSz="914400" fontAlgn="base">
              <a:lnSpc>
                <a:spcPct val="100000"/>
              </a:lnSpc>
              <a:spcBef>
                <a:spcPts val="600"/>
              </a:spcBef>
              <a:spcAft>
                <a:spcPct val="0"/>
              </a:spcAft>
              <a:buFontTx/>
              <a:buChar char="•"/>
            </a:pPr>
            <a:r>
              <a:rPr lang="en-US" altLang="en-US">
                <a:latin typeface="Times New Roman" panose="02020603050405020304" pitchFamily="18" charset="0"/>
                <a:cs typeface="Times New Roman" panose="02020603050405020304" pitchFamily="18" charset="0"/>
                <a:hlinkClick r:id="rId2"/>
              </a:rPr>
              <a:t>https://survey.stackoverflow.co/2024/technology#most-popular-technologies-language</a:t>
            </a:r>
            <a:endParaRPr lang="en-US" altLang="en-US">
              <a:latin typeface="Times New Roman" panose="02020603050405020304" pitchFamily="18" charset="0"/>
              <a:cs typeface="Times New Roman" panose="02020603050405020304" pitchFamily="18" charset="0"/>
            </a:endParaRPr>
          </a:p>
        </p:txBody>
      </p:sp>
      <p:sp>
        <p:nvSpPr>
          <p:cNvPr id="3" name="标题 2">
            <a:extLst>
              <a:ext uri="{FF2B5EF4-FFF2-40B4-BE49-F238E27FC236}">
                <a16:creationId xmlns:a16="http://schemas.microsoft.com/office/drawing/2014/main" id="{F1CBB385-798B-A7EF-C6E7-4BC3BDEB538C}"/>
              </a:ext>
            </a:extLst>
          </p:cNvPr>
          <p:cNvSpPr>
            <a:spLocks noGrp="1"/>
          </p:cNvSpPr>
          <p:nvPr>
            <p:ph type="title"/>
          </p:nvPr>
        </p:nvSpPr>
        <p:spPr/>
        <p:txBody>
          <a:bodyPr>
            <a:noAutofit/>
          </a:bodyPr>
          <a:lstStyle/>
          <a:p>
            <a:r>
              <a:rPr lang="en-US" altLang="zh-CN" sz="3600" dirty="0">
                <a:cs typeface="Times New Roman" panose="02020603050405020304" pitchFamily="18" charset="0"/>
              </a:rPr>
              <a:t>Most Popular Programming, Script</a:t>
            </a:r>
            <a:r>
              <a:rPr lang="zh-CN" altLang="en-US" sz="3600" dirty="0">
                <a:cs typeface="Times New Roman" panose="02020603050405020304" pitchFamily="18" charset="0"/>
              </a:rPr>
              <a:t> </a:t>
            </a:r>
            <a:r>
              <a:rPr lang="en-US" altLang="zh-CN" sz="3600" dirty="0">
                <a:cs typeface="Times New Roman" panose="02020603050405020304" pitchFamily="18" charset="0"/>
              </a:rPr>
              <a:t>and Markup Languages</a:t>
            </a:r>
            <a:r>
              <a:rPr lang="zh-CN" altLang="en-US" sz="3600" dirty="0">
                <a:cs typeface="Times New Roman" panose="02020603050405020304" pitchFamily="18" charset="0"/>
              </a:rPr>
              <a:t> </a:t>
            </a:r>
            <a:r>
              <a:rPr lang="en-US" altLang="zh-CN" sz="3600" dirty="0">
                <a:cs typeface="Times New Roman" panose="02020603050405020304" pitchFamily="18" charset="0"/>
              </a:rPr>
              <a:t>-</a:t>
            </a:r>
            <a:r>
              <a:rPr lang="zh-CN" altLang="en-US" sz="3600" dirty="0">
                <a:cs typeface="Times New Roman" panose="02020603050405020304" pitchFamily="18" charset="0"/>
              </a:rPr>
              <a:t> </a:t>
            </a:r>
            <a:r>
              <a:rPr lang="en-US" altLang="zh-CN" sz="3600" dirty="0" err="1">
                <a:cs typeface="Times New Roman" panose="02020603050405020304" pitchFamily="18" charset="0"/>
              </a:rPr>
              <a:t>stackoverflow</a:t>
            </a:r>
            <a:endParaRPr lang="zh-CN" altLang="en-US" sz="3600" dirty="0"/>
          </a:p>
        </p:txBody>
      </p:sp>
      <p:pic>
        <p:nvPicPr>
          <p:cNvPr id="5" name="图片 4">
            <a:extLst>
              <a:ext uri="{FF2B5EF4-FFF2-40B4-BE49-F238E27FC236}">
                <a16:creationId xmlns:a16="http://schemas.microsoft.com/office/drawing/2014/main" id="{C431C33B-6C76-F514-8DD4-052D312A9473}"/>
              </a:ext>
            </a:extLst>
          </p:cNvPr>
          <p:cNvPicPr>
            <a:picLocks noChangeAspect="1"/>
          </p:cNvPicPr>
          <p:nvPr/>
        </p:nvPicPr>
        <p:blipFill>
          <a:blip r:embed="rId3"/>
          <a:stretch>
            <a:fillRect/>
          </a:stretch>
        </p:blipFill>
        <p:spPr>
          <a:xfrm>
            <a:off x="1894984" y="1382008"/>
            <a:ext cx="5354028" cy="4470925"/>
          </a:xfrm>
          <a:prstGeom prst="rect">
            <a:avLst/>
          </a:prstGeom>
        </p:spPr>
      </p:pic>
    </p:spTree>
    <p:extLst>
      <p:ext uri="{BB962C8B-B14F-4D97-AF65-F5344CB8AC3E}">
        <p14:creationId xmlns:p14="http://schemas.microsoft.com/office/powerpoint/2010/main" val="1888715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F3023C0-3295-4CFC-86DA-A3F851AD21FB}"/>
              </a:ext>
            </a:extLst>
          </p:cNvPr>
          <p:cNvSpPr>
            <a:spLocks noGrp="1"/>
          </p:cNvSpPr>
          <p:nvPr>
            <p:ph idx="1"/>
          </p:nvPr>
        </p:nvSpPr>
        <p:spPr>
          <a:xfrm>
            <a:off x="256783" y="1156787"/>
            <a:ext cx="4790705" cy="5456955"/>
          </a:xfrm>
        </p:spPr>
        <p:txBody>
          <a:bodyPr>
            <a:normAutofit/>
          </a:bodyPr>
          <a:lstStyle/>
          <a:p>
            <a:pPr marL="0" lvl="0" indent="0" algn="l" defTabSz="914400" fontAlgn="base">
              <a:lnSpc>
                <a:spcPct val="100000"/>
              </a:lnSpc>
              <a:spcBef>
                <a:spcPts val="600"/>
              </a:spcBef>
              <a:spcAft>
                <a:spcPct val="0"/>
              </a:spcAft>
              <a:buNone/>
            </a:pPr>
            <a:endParaRPr lang="en" altLang="zh-CN" b="0" i="0">
              <a:solidFill>
                <a:srgbClr val="333333"/>
              </a:solidFill>
              <a:effectLst/>
              <a:latin typeface="Helvetica Neue" panose="02000503000000020004" pitchFamily="2" charset="0"/>
            </a:endParaRPr>
          </a:p>
          <a:p>
            <a:pPr marL="288000" lvl="0" indent="-288000" algn="l" defTabSz="914400" fontAlgn="base">
              <a:lnSpc>
                <a:spcPct val="100000"/>
              </a:lnSpc>
              <a:spcBef>
                <a:spcPts val="600"/>
              </a:spcBef>
              <a:spcAft>
                <a:spcPct val="0"/>
              </a:spcAft>
              <a:buFontTx/>
              <a:buChar char="•"/>
            </a:pPr>
            <a:r>
              <a:rPr lang="en" altLang="zh-CN" sz="2000" b="0" i="0">
                <a:solidFill>
                  <a:srgbClr val="333333"/>
                </a:solidFill>
                <a:effectLst/>
                <a:latin typeface="Helvetica Neue" panose="02000503000000020004" pitchFamily="2" charset="0"/>
              </a:rPr>
              <a:t>The PYPL Popularity of Programming Language Index is created by analyzing how often language tutorials are searched on Google</a:t>
            </a:r>
          </a:p>
          <a:p>
            <a:pPr marL="288000" lvl="0" indent="-288000" algn="l" defTabSz="914400" fontAlgn="base">
              <a:lnSpc>
                <a:spcPct val="100000"/>
              </a:lnSpc>
              <a:spcBef>
                <a:spcPts val="600"/>
              </a:spcBef>
              <a:spcAft>
                <a:spcPct val="0"/>
              </a:spcAft>
              <a:buFontTx/>
              <a:buChar char="•"/>
            </a:pPr>
            <a:r>
              <a:rPr lang="en" altLang="zh-CN" sz="2000" b="0" i="0">
                <a:solidFill>
                  <a:srgbClr val="333333"/>
                </a:solidFill>
                <a:effectLst/>
                <a:latin typeface="Helvetica Neue" panose="02000503000000020004" pitchFamily="2" charset="0"/>
                <a:hlinkClick r:id="rId2"/>
              </a:rPr>
              <a:t>https://</a:t>
            </a:r>
            <a:r>
              <a:rPr lang="en" altLang="zh-CN" sz="2000" b="0" i="0" err="1">
                <a:solidFill>
                  <a:srgbClr val="333333"/>
                </a:solidFill>
                <a:effectLst/>
                <a:latin typeface="Helvetica Neue" panose="02000503000000020004" pitchFamily="2" charset="0"/>
                <a:hlinkClick r:id="rId2"/>
              </a:rPr>
              <a:t>pypl.github.io</a:t>
            </a:r>
            <a:r>
              <a:rPr lang="en" altLang="zh-CN" sz="2000" b="0" i="0">
                <a:solidFill>
                  <a:srgbClr val="333333"/>
                </a:solidFill>
                <a:effectLst/>
                <a:latin typeface="Helvetica Neue" panose="02000503000000020004" pitchFamily="2" charset="0"/>
                <a:hlinkClick r:id="rId2"/>
              </a:rPr>
              <a:t>/</a:t>
            </a:r>
            <a:r>
              <a:rPr lang="en" altLang="zh-CN" sz="2000" b="0" i="0" err="1">
                <a:solidFill>
                  <a:srgbClr val="333333"/>
                </a:solidFill>
                <a:effectLst/>
                <a:latin typeface="Helvetica Neue" panose="02000503000000020004" pitchFamily="2" charset="0"/>
                <a:hlinkClick r:id="rId2"/>
              </a:rPr>
              <a:t>PYPL.html</a:t>
            </a:r>
            <a:endParaRPr lang="en" altLang="zh-CN" sz="2000" b="0" i="0">
              <a:solidFill>
                <a:srgbClr val="333333"/>
              </a:solidFill>
              <a:effectLst/>
              <a:latin typeface="Helvetica Neue" panose="02000503000000020004" pitchFamily="2" charset="0"/>
            </a:endParaRPr>
          </a:p>
          <a:p>
            <a:pPr marL="288000" lvl="0" indent="-288000" algn="l" defTabSz="914400" fontAlgn="base">
              <a:lnSpc>
                <a:spcPct val="100000"/>
              </a:lnSpc>
              <a:spcBef>
                <a:spcPts val="600"/>
              </a:spcBef>
              <a:spcAft>
                <a:spcPct val="0"/>
              </a:spcAft>
              <a:buFontTx/>
              <a:buChar char="•"/>
            </a:pPr>
            <a:endParaRPr lang="en" altLang="zh-CN" sz="2000">
              <a:solidFill>
                <a:srgbClr val="333333"/>
              </a:solidFill>
              <a:latin typeface="Helvetica Neue" panose="02000503000000020004" pitchFamily="2" charset="0"/>
            </a:endParaRPr>
          </a:p>
          <a:p>
            <a:pPr marL="0" lvl="0" indent="0" algn="l" defTabSz="914400" fontAlgn="base">
              <a:lnSpc>
                <a:spcPct val="100000"/>
              </a:lnSpc>
              <a:spcBef>
                <a:spcPts val="600"/>
              </a:spcBef>
              <a:spcAft>
                <a:spcPct val="0"/>
              </a:spcAft>
              <a:buNone/>
            </a:pPr>
            <a:endParaRPr lang="en" altLang="zh-CN" sz="2000" b="0" i="0">
              <a:solidFill>
                <a:srgbClr val="333333"/>
              </a:solidFill>
              <a:effectLst/>
              <a:latin typeface="Helvetica Neue" panose="02000503000000020004" pitchFamily="2" charset="0"/>
            </a:endParaRPr>
          </a:p>
        </p:txBody>
      </p:sp>
      <p:sp>
        <p:nvSpPr>
          <p:cNvPr id="3" name="标题 2">
            <a:extLst>
              <a:ext uri="{FF2B5EF4-FFF2-40B4-BE49-F238E27FC236}">
                <a16:creationId xmlns:a16="http://schemas.microsoft.com/office/drawing/2014/main" id="{5E300785-6727-4880-85DB-407AD09E5F40}"/>
              </a:ext>
            </a:extLst>
          </p:cNvPr>
          <p:cNvSpPr>
            <a:spLocks noGrp="1"/>
          </p:cNvSpPr>
          <p:nvPr>
            <p:ph type="title"/>
          </p:nvPr>
        </p:nvSpPr>
        <p:spPr/>
        <p:txBody>
          <a:bodyPr>
            <a:normAutofit fontScale="90000"/>
          </a:bodyPr>
          <a:lstStyle/>
          <a:p>
            <a:pPr algn="ctr"/>
            <a:r>
              <a:rPr lang="en" altLang="zh-CN" b="0" i="0">
                <a:solidFill>
                  <a:srgbClr val="333333"/>
                </a:solidFill>
                <a:effectLst/>
                <a:latin typeface="Helvetica Neue" panose="02000503000000020004" pitchFamily="2" charset="0"/>
              </a:rPr>
              <a:t>PYPL Popularity of Programming Language</a:t>
            </a:r>
          </a:p>
        </p:txBody>
      </p:sp>
      <p:pic>
        <p:nvPicPr>
          <p:cNvPr id="4" name="图片 3">
            <a:extLst>
              <a:ext uri="{FF2B5EF4-FFF2-40B4-BE49-F238E27FC236}">
                <a16:creationId xmlns:a16="http://schemas.microsoft.com/office/drawing/2014/main" id="{C0E7E10A-E590-4732-9662-4D676BC40451}"/>
              </a:ext>
            </a:extLst>
          </p:cNvPr>
          <p:cNvPicPr>
            <a:picLocks noChangeAspect="1"/>
          </p:cNvPicPr>
          <p:nvPr/>
        </p:nvPicPr>
        <p:blipFill>
          <a:blip r:embed="rId3"/>
          <a:stretch>
            <a:fillRect/>
          </a:stretch>
        </p:blipFill>
        <p:spPr>
          <a:xfrm>
            <a:off x="4941459" y="1709401"/>
            <a:ext cx="3945755" cy="4788935"/>
          </a:xfrm>
          <a:prstGeom prst="rect">
            <a:avLst/>
          </a:prstGeom>
        </p:spPr>
      </p:pic>
    </p:spTree>
    <p:extLst>
      <p:ext uri="{BB962C8B-B14F-4D97-AF65-F5344CB8AC3E}">
        <p14:creationId xmlns:p14="http://schemas.microsoft.com/office/powerpoint/2010/main" val="2927917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A4940-AE9F-44BE-A0E7-01A78F0FC220}"/>
              </a:ext>
            </a:extLst>
          </p:cNvPr>
          <p:cNvSpPr>
            <a:spLocks noGrp="1"/>
          </p:cNvSpPr>
          <p:nvPr>
            <p:ph type="title"/>
          </p:nvPr>
        </p:nvSpPr>
        <p:spPr>
          <a:xfrm>
            <a:off x="252000" y="1709739"/>
            <a:ext cx="8627166" cy="2852737"/>
          </a:xfrm>
        </p:spPr>
        <p:txBody>
          <a:bodyPr/>
          <a:lstStyle/>
          <a:p>
            <a:pPr algn="ctr"/>
            <a:r>
              <a:rPr lang="en-US" altLang="zh-CN">
                <a:cs typeface="Times New Roman" panose="02020603050405020304" pitchFamily="18" charset="0"/>
              </a:rPr>
              <a:t>Python</a:t>
            </a:r>
            <a:r>
              <a:rPr lang="zh-CN" altLang="en-US">
                <a:latin typeface="+mj-ea"/>
              </a:rPr>
              <a:t>简史</a:t>
            </a:r>
          </a:p>
        </p:txBody>
      </p:sp>
      <p:sp>
        <p:nvSpPr>
          <p:cNvPr id="3" name="文本占位符 2">
            <a:extLst>
              <a:ext uri="{FF2B5EF4-FFF2-40B4-BE49-F238E27FC236}">
                <a16:creationId xmlns:a16="http://schemas.microsoft.com/office/drawing/2014/main" id="{4D72AFC0-9E8B-43DD-97E3-170D97DEBD85}"/>
              </a:ext>
            </a:extLst>
          </p:cNvPr>
          <p:cNvSpPr>
            <a:spLocks noGrp="1"/>
          </p:cNvSpPr>
          <p:nvPr>
            <p:ph type="body" idx="1"/>
          </p:nvPr>
        </p:nvSpPr>
        <p:spPr>
          <a:xfrm>
            <a:off x="252000" y="4589464"/>
            <a:ext cx="8627166" cy="1500187"/>
          </a:xfrm>
        </p:spPr>
        <p:txBody>
          <a:bodyPr>
            <a:normAutofit/>
          </a:bodyPr>
          <a:lstStyle/>
          <a:p>
            <a:endParaRPr lang="zh-CN" altLang="en-US" sz="2400"/>
          </a:p>
        </p:txBody>
      </p:sp>
    </p:spTree>
    <p:extLst>
      <p:ext uri="{BB962C8B-B14F-4D97-AF65-F5344CB8AC3E}">
        <p14:creationId xmlns:p14="http://schemas.microsoft.com/office/powerpoint/2010/main" val="1374840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8A10F31C-634A-437E-8572-1E43F6D11FB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91646" y="1498504"/>
            <a:ext cx="2746033" cy="4119049"/>
          </a:xfrm>
        </p:spPr>
      </p:pic>
      <p:sp>
        <p:nvSpPr>
          <p:cNvPr id="4" name="内容占位符 3">
            <a:extLst>
              <a:ext uri="{FF2B5EF4-FFF2-40B4-BE49-F238E27FC236}">
                <a16:creationId xmlns:a16="http://schemas.microsoft.com/office/drawing/2014/main" id="{5A426CFD-17CF-431A-9E99-4C6EA36B14DF}"/>
              </a:ext>
            </a:extLst>
          </p:cNvPr>
          <p:cNvSpPr>
            <a:spLocks noGrp="1"/>
          </p:cNvSpPr>
          <p:nvPr>
            <p:ph sz="half" idx="2"/>
          </p:nvPr>
        </p:nvSpPr>
        <p:spPr>
          <a:xfrm>
            <a:off x="3868962" y="1183710"/>
            <a:ext cx="5018252" cy="5430032"/>
          </a:xfrm>
        </p:spPr>
        <p:txBody>
          <a:bodyPr>
            <a:normAutofit lnSpcReduction="10000"/>
          </a:bodyPr>
          <a:lstStyle/>
          <a:p>
            <a:pPr marL="288000" lvl="0" indent="-288000" algn="just" defTabSz="914400" fontAlgn="base">
              <a:lnSpc>
                <a:spcPct val="100000"/>
              </a:lnSpc>
              <a:spcBef>
                <a:spcPts val="600"/>
              </a:spcBef>
              <a:spcAft>
                <a:spcPct val="0"/>
              </a:spcAft>
              <a:defRPr/>
            </a:pPr>
            <a:r>
              <a:rPr lang="zh-CN" altLang="en-US" sz="2000" dirty="0">
                <a:solidFill>
                  <a:srgbClr val="000000"/>
                </a:solidFill>
                <a:latin typeface="宋体"/>
                <a:ea typeface="宋体"/>
              </a:rPr>
              <a:t>吉多</a:t>
            </a:r>
            <a:r>
              <a:rPr lang="en-US" altLang="zh-CN" sz="2000" dirty="0">
                <a:solidFill>
                  <a:srgbClr val="000000"/>
                </a:solidFill>
                <a:latin typeface="宋体"/>
                <a:ea typeface="宋体"/>
              </a:rPr>
              <a:t>·</a:t>
            </a:r>
            <a:r>
              <a:rPr lang="zh-CN" altLang="en-US" sz="2000" dirty="0">
                <a:solidFill>
                  <a:srgbClr val="000000"/>
                </a:solidFill>
                <a:latin typeface="宋体"/>
                <a:ea typeface="宋体"/>
              </a:rPr>
              <a:t>范</a:t>
            </a:r>
            <a:r>
              <a:rPr lang="en-US" altLang="zh-CN" sz="2000" dirty="0">
                <a:solidFill>
                  <a:srgbClr val="000000"/>
                </a:solidFill>
                <a:latin typeface="宋体"/>
                <a:ea typeface="宋体"/>
              </a:rPr>
              <a:t>·</a:t>
            </a:r>
            <a:r>
              <a:rPr lang="zh-CN" altLang="en-US" sz="2000" dirty="0">
                <a:solidFill>
                  <a:srgbClr val="000000"/>
                </a:solidFill>
                <a:latin typeface="宋体"/>
                <a:ea typeface="宋体"/>
              </a:rPr>
              <a:t>罗苏姆，</a:t>
            </a:r>
            <a:r>
              <a:rPr lang="en-US" altLang="zh-CN" sz="2000" dirty="0">
                <a:solidFill>
                  <a:srgbClr val="000000"/>
                </a:solidFill>
                <a:latin typeface="宋体"/>
                <a:ea typeface="宋体"/>
              </a:rPr>
              <a:t>1956</a:t>
            </a:r>
            <a:r>
              <a:rPr lang="zh-CN" altLang="en-US" sz="2000" dirty="0">
                <a:solidFill>
                  <a:srgbClr val="000000"/>
                </a:solidFill>
                <a:latin typeface="宋体"/>
                <a:ea typeface="宋体"/>
              </a:rPr>
              <a:t>年生于荷兰，计算机程序员，为</a:t>
            </a:r>
            <a:r>
              <a:rPr lang="en-US" altLang="zh-CN" sz="2000" dirty="0">
                <a:solidFill>
                  <a:srgbClr val="000000"/>
                </a:solidFill>
                <a:ea typeface="宋体"/>
                <a:cs typeface="Times New Roman" panose="02020603050405020304" pitchFamily="18" charset="0"/>
              </a:rPr>
              <a:t>Python</a:t>
            </a:r>
            <a:r>
              <a:rPr lang="zh-CN" altLang="en-US" sz="2000" dirty="0">
                <a:solidFill>
                  <a:srgbClr val="000000"/>
                </a:solidFill>
                <a:latin typeface="宋体"/>
                <a:ea typeface="宋体"/>
              </a:rPr>
              <a:t>程序设计语言的最初设计者及主要架构师</a:t>
            </a:r>
            <a:endParaRPr lang="en-US" altLang="zh-CN" sz="2000" dirty="0">
              <a:solidFill>
                <a:srgbClr val="000000"/>
              </a:solidFill>
              <a:latin typeface="宋体"/>
              <a:ea typeface="宋体"/>
            </a:endParaRPr>
          </a:p>
          <a:p>
            <a:pPr marL="288000" lvl="0" indent="-288000" algn="just" defTabSz="914400" fontAlgn="base">
              <a:lnSpc>
                <a:spcPct val="100000"/>
              </a:lnSpc>
              <a:spcBef>
                <a:spcPts val="600"/>
              </a:spcBef>
              <a:spcAft>
                <a:spcPct val="0"/>
              </a:spcAft>
              <a:defRPr/>
            </a:pPr>
            <a:r>
              <a:rPr lang="en-US" altLang="zh-CN" sz="2000" dirty="0">
                <a:solidFill>
                  <a:srgbClr val="000000"/>
                </a:solidFill>
                <a:ea typeface="宋体"/>
                <a:cs typeface="Times New Roman" panose="02020603050405020304" pitchFamily="18" charset="0"/>
                <a:hlinkClick r:id="rId4"/>
              </a:rPr>
              <a:t>https://</a:t>
            </a:r>
            <a:r>
              <a:rPr lang="en-US" altLang="zh-CN" sz="2000" dirty="0" err="1">
                <a:solidFill>
                  <a:srgbClr val="000000"/>
                </a:solidFill>
                <a:ea typeface="宋体"/>
                <a:cs typeface="Times New Roman" panose="02020603050405020304" pitchFamily="18" charset="0"/>
                <a:hlinkClick r:id="rId4"/>
              </a:rPr>
              <a:t>gvanrossum.github.io</a:t>
            </a:r>
            <a:r>
              <a:rPr lang="en-US" altLang="zh-CN" sz="2000" dirty="0">
                <a:solidFill>
                  <a:srgbClr val="000000"/>
                </a:solidFill>
                <a:ea typeface="宋体"/>
                <a:cs typeface="Times New Roman" panose="02020603050405020304" pitchFamily="18" charset="0"/>
                <a:hlinkClick r:id="rId4"/>
              </a:rPr>
              <a:t>/</a:t>
            </a:r>
            <a:endParaRPr lang="en-US" altLang="zh-CN" sz="2000" dirty="0">
              <a:solidFill>
                <a:srgbClr val="000000"/>
              </a:solidFill>
              <a:ea typeface="宋体"/>
              <a:cs typeface="Times New Roman" panose="02020603050405020304" pitchFamily="18" charset="0"/>
            </a:endParaRPr>
          </a:p>
          <a:p>
            <a:pPr marL="288000" lvl="0" indent="-288000" algn="just" defTabSz="914400" fontAlgn="base">
              <a:lnSpc>
                <a:spcPct val="100000"/>
              </a:lnSpc>
              <a:spcBef>
                <a:spcPts val="600"/>
              </a:spcBef>
              <a:spcAft>
                <a:spcPct val="0"/>
              </a:spcAft>
              <a:defRPr/>
            </a:pPr>
            <a:r>
              <a:rPr lang="en-US" altLang="zh-CN" sz="2000" dirty="0">
                <a:solidFill>
                  <a:srgbClr val="000000"/>
                </a:solidFill>
                <a:ea typeface="宋体"/>
                <a:cs typeface="Times New Roman" panose="02020603050405020304" pitchFamily="18" charset="0"/>
              </a:rPr>
              <a:t>In December 1989, I was looking for a "hobby" programming project that would keep me occupied during the week around Christmas. My office would be closed, but I had a home computer, and not much else on my hands. I decided to write an interpreter for the new scripting language I had been thinking about lately: a descendant of ABC that would appeal to Unix/C hackers. I chose Python as a working title for the project, being in a slightly irreverent mood (and a big fan of Monty Python's Flying Circus).</a:t>
            </a:r>
          </a:p>
        </p:txBody>
      </p:sp>
      <p:sp>
        <p:nvSpPr>
          <p:cNvPr id="5" name="标题 2">
            <a:extLst>
              <a:ext uri="{FF2B5EF4-FFF2-40B4-BE49-F238E27FC236}">
                <a16:creationId xmlns:a16="http://schemas.microsoft.com/office/drawing/2014/main" id="{6C5D952A-4E9F-41EE-BFCD-B45B5A6473E3}"/>
              </a:ext>
            </a:extLst>
          </p:cNvPr>
          <p:cNvSpPr>
            <a:spLocks noGrp="1"/>
          </p:cNvSpPr>
          <p:nvPr>
            <p:ph type="title"/>
          </p:nvPr>
        </p:nvSpPr>
        <p:spPr>
          <a:xfrm>
            <a:off x="252000" y="244258"/>
            <a:ext cx="8630432" cy="912529"/>
          </a:xfrm>
        </p:spPr>
        <p:txBody>
          <a:bodyPr>
            <a:normAutofit/>
          </a:bodyPr>
          <a:lstStyle/>
          <a:p>
            <a:r>
              <a:rPr lang="en-US" altLang="en-US">
                <a:solidFill>
                  <a:srgbClr val="000000"/>
                </a:solidFill>
                <a:ea typeface="宋体"/>
                <a:cs typeface="Times New Roman" panose="02020603050405020304" pitchFamily="18" charset="0"/>
              </a:rPr>
              <a:t>Guido van Rossum</a:t>
            </a:r>
            <a:endParaRPr lang="zh-CN" altLang="en-US" sz="4400">
              <a:cs typeface="Times New Roman" panose="02020603050405020304" pitchFamily="18" charset="0"/>
            </a:endParaRPr>
          </a:p>
        </p:txBody>
      </p:sp>
    </p:spTree>
    <p:extLst>
      <p:ext uri="{BB962C8B-B14F-4D97-AF65-F5344CB8AC3E}">
        <p14:creationId xmlns:p14="http://schemas.microsoft.com/office/powerpoint/2010/main" val="1064737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8A10F31C-634A-437E-8572-1E43F6D11FB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791646" y="1618922"/>
            <a:ext cx="2746033" cy="3878213"/>
          </a:xfrm>
        </p:spPr>
      </p:pic>
      <p:sp>
        <p:nvSpPr>
          <p:cNvPr id="4" name="内容占位符 3">
            <a:extLst>
              <a:ext uri="{FF2B5EF4-FFF2-40B4-BE49-F238E27FC236}">
                <a16:creationId xmlns:a16="http://schemas.microsoft.com/office/drawing/2014/main" id="{5A426CFD-17CF-431A-9E99-4C6EA36B14DF}"/>
              </a:ext>
            </a:extLst>
          </p:cNvPr>
          <p:cNvSpPr>
            <a:spLocks noGrp="1"/>
          </p:cNvSpPr>
          <p:nvPr>
            <p:ph sz="half" idx="2"/>
          </p:nvPr>
        </p:nvSpPr>
        <p:spPr>
          <a:xfrm>
            <a:off x="3868962" y="1183710"/>
            <a:ext cx="5018252" cy="5430032"/>
          </a:xfrm>
        </p:spPr>
        <p:txBody>
          <a:bodyPr>
            <a:normAutofit fontScale="85000" lnSpcReduction="10000"/>
          </a:bodyPr>
          <a:lstStyle/>
          <a:p>
            <a:pPr marL="288000" marR="266700" indent="-288000" algn="just">
              <a:lnSpc>
                <a:spcPct val="120000"/>
              </a:lnSpc>
              <a:spcBef>
                <a:spcPts val="600"/>
              </a:spcBef>
            </a:pPr>
            <a:r>
              <a:rPr lang="en-US" altLang="zh-CN" sz="2600" kern="100">
                <a:latin typeface="Times New Roman" panose="02020603050405020304" pitchFamily="18" charset="0"/>
                <a:cs typeface="Times New Roman" panose="02020603050405020304" pitchFamily="18" charset="0"/>
              </a:rPr>
              <a:t>“1989</a:t>
            </a:r>
            <a:r>
              <a:rPr lang="zh-CN" altLang="zh-CN" sz="2600" kern="100">
                <a:latin typeface="Times New Roman" panose="02020603050405020304" pitchFamily="18" charset="0"/>
                <a:cs typeface="Times New Roman" panose="02020603050405020304" pitchFamily="18" charset="0"/>
              </a:rPr>
              <a:t>年</a:t>
            </a:r>
            <a:r>
              <a:rPr lang="en-US" altLang="zh-CN" sz="2600" kern="100">
                <a:latin typeface="Times New Roman" panose="02020603050405020304" pitchFamily="18" charset="0"/>
                <a:cs typeface="Times New Roman" panose="02020603050405020304" pitchFamily="18" charset="0"/>
              </a:rPr>
              <a:t>12</a:t>
            </a:r>
            <a:r>
              <a:rPr lang="zh-CN" altLang="zh-CN" sz="2600" kern="100">
                <a:latin typeface="Times New Roman" panose="02020603050405020304" pitchFamily="18" charset="0"/>
                <a:cs typeface="Times New Roman" panose="02020603050405020304" pitchFamily="18" charset="0"/>
              </a:rPr>
              <a:t>月，我在寻找一门</a:t>
            </a:r>
            <a:r>
              <a:rPr lang="en-US" altLang="zh-CN" sz="2600" kern="100">
                <a:latin typeface="Times New Roman" panose="02020603050405020304" pitchFamily="18" charset="0"/>
                <a:cs typeface="Times New Roman" panose="02020603050405020304" pitchFamily="18" charset="0"/>
              </a:rPr>
              <a:t>‘</a:t>
            </a:r>
            <a:r>
              <a:rPr lang="zh-CN" altLang="zh-CN" sz="2600" kern="100">
                <a:latin typeface="Times New Roman" panose="02020603050405020304" pitchFamily="18" charset="0"/>
                <a:cs typeface="Times New Roman" panose="02020603050405020304" pitchFamily="18" charset="0"/>
              </a:rPr>
              <a:t>课余</a:t>
            </a:r>
            <a:r>
              <a:rPr lang="en-US" altLang="zh-CN" sz="2600" kern="100">
                <a:latin typeface="Times New Roman" panose="02020603050405020304" pitchFamily="18" charset="0"/>
                <a:cs typeface="Times New Roman" panose="02020603050405020304" pitchFamily="18" charset="0"/>
              </a:rPr>
              <a:t>’</a:t>
            </a:r>
            <a:r>
              <a:rPr lang="zh-CN" altLang="zh-CN" sz="2600" kern="100">
                <a:latin typeface="Times New Roman" panose="02020603050405020304" pitchFamily="18" charset="0"/>
                <a:cs typeface="Times New Roman" panose="02020603050405020304" pitchFamily="18" charset="0"/>
              </a:rPr>
              <a:t>编程项目来打发圣诞节前后的时间。我的办公室会关门，但我有一台家用计算机，而且没有太多其他东西。我决定为当时我正构思的一个新的脚本语言写一个解释器，它是</a:t>
            </a:r>
            <a:r>
              <a:rPr lang="en-US" altLang="zh-CN" sz="2600" kern="100">
                <a:cs typeface="Times New Roman" panose="02020603050405020304" pitchFamily="18" charset="0"/>
              </a:rPr>
              <a:t>ABC</a:t>
            </a:r>
            <a:r>
              <a:rPr lang="zh-CN" altLang="zh-CN" sz="2600" kern="100">
                <a:latin typeface="Times New Roman" panose="02020603050405020304" pitchFamily="18" charset="0"/>
                <a:cs typeface="Times New Roman" panose="02020603050405020304" pitchFamily="18" charset="0"/>
              </a:rPr>
              <a:t>语言</a:t>
            </a:r>
            <a:r>
              <a:rPr lang="en-US" altLang="zh-CN" sz="2600" kern="100" baseline="30000">
                <a:latin typeface="Times New Roman" panose="02020603050405020304" pitchFamily="18" charset="0"/>
                <a:cs typeface="Times New Roman" panose="02020603050405020304" pitchFamily="18" charset="0"/>
              </a:rPr>
              <a:t>1</a:t>
            </a:r>
            <a:r>
              <a:rPr lang="zh-CN" altLang="zh-CN" sz="2600" kern="100">
                <a:latin typeface="Times New Roman" panose="02020603050405020304" pitchFamily="18" charset="0"/>
                <a:cs typeface="Times New Roman" panose="02020603050405020304" pitchFamily="18" charset="0"/>
              </a:rPr>
              <a:t>的后代，对</a:t>
            </a:r>
            <a:r>
              <a:rPr lang="en-US" altLang="zh-CN" sz="2600" kern="100">
                <a:cs typeface="Times New Roman" panose="02020603050405020304" pitchFamily="18" charset="0"/>
              </a:rPr>
              <a:t>UNIX</a:t>
            </a:r>
            <a:r>
              <a:rPr lang="zh-CN" altLang="zh-CN" sz="2600" kern="100">
                <a:latin typeface="Times New Roman" panose="02020603050405020304" pitchFamily="18" charset="0"/>
                <a:cs typeface="Times New Roman" panose="02020603050405020304" pitchFamily="18" charset="0"/>
              </a:rPr>
              <a:t>和</a:t>
            </a:r>
            <a:r>
              <a:rPr lang="en-US" altLang="zh-CN" sz="2600" kern="100">
                <a:cs typeface="Times New Roman" panose="02020603050405020304" pitchFamily="18" charset="0"/>
              </a:rPr>
              <a:t>C</a:t>
            </a:r>
            <a:r>
              <a:rPr lang="zh-CN" altLang="zh-CN" sz="2600" kern="100">
                <a:latin typeface="Times New Roman" panose="02020603050405020304" pitchFamily="18" charset="0"/>
                <a:cs typeface="Times New Roman" panose="02020603050405020304" pitchFamily="18" charset="0"/>
              </a:rPr>
              <a:t>程序员会有吸引力。作为一个略微有些无关想法的人和一个《蒙提</a:t>
            </a:r>
            <a:r>
              <a:rPr lang="en-US" altLang="zh-CN" sz="2600" kern="100">
                <a:latin typeface="Times New Roman" panose="02020603050405020304" pitchFamily="18" charset="0"/>
                <a:cs typeface="Times New Roman" panose="02020603050405020304" pitchFamily="18" charset="0"/>
              </a:rPr>
              <a:t>·</a:t>
            </a:r>
            <a:r>
              <a:rPr lang="zh-CN" altLang="zh-CN" sz="2600" kern="100">
                <a:latin typeface="Times New Roman" panose="02020603050405020304" pitchFamily="18" charset="0"/>
                <a:cs typeface="Times New Roman" panose="02020603050405020304" pitchFamily="18" charset="0"/>
              </a:rPr>
              <a:t>派森的飞行马戏团》</a:t>
            </a:r>
            <a:r>
              <a:rPr lang="en-US" altLang="zh-CN" sz="2600" kern="100" baseline="30000">
                <a:latin typeface="Times New Roman" panose="02020603050405020304" pitchFamily="18" charset="0"/>
                <a:cs typeface="Times New Roman" panose="02020603050405020304" pitchFamily="18" charset="0"/>
              </a:rPr>
              <a:t>2</a:t>
            </a:r>
            <a:r>
              <a:rPr lang="zh-CN" altLang="zh-CN" sz="2600" kern="100">
                <a:latin typeface="Times New Roman" panose="02020603050405020304" pitchFamily="18" charset="0"/>
                <a:cs typeface="Times New Roman" panose="02020603050405020304" pitchFamily="18" charset="0"/>
              </a:rPr>
              <a:t>的爱好者，我选择了</a:t>
            </a:r>
            <a:r>
              <a:rPr lang="en-US" altLang="zh-CN" sz="2600" kern="100">
                <a:cs typeface="Times New Roman" panose="02020603050405020304" pitchFamily="18" charset="0"/>
              </a:rPr>
              <a:t>Python</a:t>
            </a:r>
            <a:r>
              <a:rPr lang="zh-CN" altLang="zh-CN" sz="2600" kern="100">
                <a:latin typeface="Times New Roman" panose="02020603050405020304" pitchFamily="18" charset="0"/>
                <a:cs typeface="Times New Roman" panose="02020603050405020304" pitchFamily="18" charset="0"/>
              </a:rPr>
              <a:t>作为项目的标题。</a:t>
            </a:r>
            <a:r>
              <a:rPr lang="en-US" altLang="zh-CN" sz="2600" kern="100">
                <a:latin typeface="Times New Roman" panose="02020603050405020304" pitchFamily="18" charset="0"/>
                <a:cs typeface="Times New Roman" panose="02020603050405020304" pitchFamily="18" charset="0"/>
              </a:rPr>
              <a:t>”</a:t>
            </a:r>
            <a:endParaRPr lang="zh-CN" altLang="zh-CN" sz="2600" kern="100">
              <a:latin typeface="Times New Roman" panose="02020603050405020304" pitchFamily="18" charset="0"/>
              <a:cs typeface="Times New Roman" panose="02020603050405020304" pitchFamily="18" charset="0"/>
            </a:endParaRPr>
          </a:p>
          <a:p>
            <a:pPr marL="342900" lvl="1" indent="0" algn="just">
              <a:lnSpc>
                <a:spcPct val="120000"/>
              </a:lnSpc>
              <a:spcBef>
                <a:spcPts val="600"/>
              </a:spcBef>
              <a:buNone/>
            </a:pPr>
            <a:r>
              <a:rPr lang="en-US" altLang="zh-CN" sz="1700" kern="100">
                <a:latin typeface="Times New Roman" panose="02020603050405020304" pitchFamily="18" charset="0"/>
                <a:cs typeface="Times New Roman" panose="02020603050405020304" pitchFamily="18" charset="0"/>
              </a:rPr>
              <a:t>1 </a:t>
            </a:r>
            <a:r>
              <a:rPr lang="en-US" altLang="zh-CN" sz="1700" kern="100">
                <a:cs typeface="Times New Roman" panose="02020603050405020304" pitchFamily="18" charset="0"/>
              </a:rPr>
              <a:t>ABC</a:t>
            </a:r>
            <a:r>
              <a:rPr lang="zh-CN" altLang="zh-CN" sz="1700" kern="100">
                <a:latin typeface="Times New Roman" panose="02020603050405020304" pitchFamily="18" charset="0"/>
                <a:cs typeface="Times New Roman" panose="02020603050405020304" pitchFamily="18" charset="0"/>
              </a:rPr>
              <a:t>语言</a:t>
            </a:r>
            <a:r>
              <a:rPr lang="zh-CN" altLang="zh-CN" sz="1700" kern="100">
                <a:solidFill>
                  <a:srgbClr val="191919"/>
                </a:solidFill>
                <a:latin typeface="Times New Roman" panose="02020603050405020304" pitchFamily="18" charset="0"/>
                <a:cs typeface="Times New Roman" panose="02020603050405020304" pitchFamily="18" charset="0"/>
              </a:rPr>
              <a:t>是荷兰数学和计算机研究所开发的以教学为目的的脚本语言，</a:t>
            </a:r>
            <a:r>
              <a:rPr lang="zh-CN" altLang="zh-CN" sz="1700" kern="100">
                <a:latin typeface="Times New Roman" panose="02020603050405020304" pitchFamily="18" charset="0"/>
                <a:cs typeface="Times New Roman" panose="02020603050405020304" pitchFamily="18" charset="0"/>
              </a:rPr>
              <a:t>罗苏姆曾参与其开发</a:t>
            </a:r>
          </a:p>
          <a:p>
            <a:pPr marL="342900" lvl="1" indent="0" algn="just">
              <a:lnSpc>
                <a:spcPct val="120000"/>
              </a:lnSpc>
              <a:spcBef>
                <a:spcPts val="600"/>
              </a:spcBef>
              <a:buNone/>
            </a:pPr>
            <a:r>
              <a:rPr lang="en-US" altLang="zh-CN" sz="1700" kern="100">
                <a:latin typeface="Times New Roman" panose="02020603050405020304" pitchFamily="18" charset="0"/>
                <a:cs typeface="Times New Roman" panose="02020603050405020304" pitchFamily="18" charset="0"/>
              </a:rPr>
              <a:t>2</a:t>
            </a:r>
            <a:r>
              <a:rPr lang="zh-CN" altLang="zh-CN" sz="1700" kern="100">
                <a:latin typeface="Times New Roman" panose="02020603050405020304" pitchFamily="18" charset="0"/>
                <a:cs typeface="Times New Roman" panose="02020603050405020304" pitchFamily="18" charset="0"/>
              </a:rPr>
              <a:t>《蒙提</a:t>
            </a:r>
            <a:r>
              <a:rPr lang="en-US" altLang="zh-CN" sz="1700" kern="100">
                <a:latin typeface="Times New Roman" panose="02020603050405020304" pitchFamily="18" charset="0"/>
                <a:cs typeface="Times New Roman" panose="02020603050405020304" pitchFamily="18" charset="0"/>
              </a:rPr>
              <a:t>·</a:t>
            </a:r>
            <a:r>
              <a:rPr lang="zh-CN" altLang="zh-CN" sz="1700" kern="100">
                <a:latin typeface="Times New Roman" panose="02020603050405020304" pitchFamily="18" charset="0"/>
                <a:cs typeface="Times New Roman" panose="02020603050405020304" pitchFamily="18" charset="0"/>
              </a:rPr>
              <a:t>派森的飞行马戏团》</a:t>
            </a:r>
            <a:r>
              <a:rPr lang="en-US" altLang="zh-CN" sz="1700" kern="100">
                <a:latin typeface="Times New Roman" panose="02020603050405020304" pitchFamily="18" charset="0"/>
                <a:cs typeface="Times New Roman" panose="02020603050405020304" pitchFamily="18" charset="0"/>
              </a:rPr>
              <a:t>(</a:t>
            </a:r>
            <a:r>
              <a:rPr lang="en-US" altLang="zh-CN" sz="1700" i="1" kern="100">
                <a:latin typeface="Times New Roman" panose="02020603050405020304" pitchFamily="18" charset="0"/>
                <a:cs typeface="Times New Roman" panose="02020603050405020304" pitchFamily="18" charset="0"/>
              </a:rPr>
              <a:t>Monty Python’s Flying Circus</a:t>
            </a:r>
            <a:r>
              <a:rPr lang="en-US" altLang="zh-CN" sz="1700" kern="100">
                <a:latin typeface="Times New Roman" panose="02020603050405020304" pitchFamily="18" charset="0"/>
                <a:cs typeface="Times New Roman" panose="02020603050405020304" pitchFamily="18" charset="0"/>
              </a:rPr>
              <a:t>)</a:t>
            </a:r>
            <a:r>
              <a:rPr lang="zh-CN" altLang="zh-CN" sz="1700" kern="100">
                <a:latin typeface="Times New Roman" panose="02020603050405020304" pitchFamily="18" charset="0"/>
                <a:cs typeface="Times New Roman" panose="02020603050405020304" pitchFamily="18" charset="0"/>
              </a:rPr>
              <a:t>是英国电视喜剧，于</a:t>
            </a:r>
            <a:r>
              <a:rPr lang="en-US" altLang="zh-CN" sz="1700" kern="100">
                <a:latin typeface="Times New Roman" panose="02020603050405020304" pitchFamily="18" charset="0"/>
                <a:cs typeface="Times New Roman" panose="02020603050405020304" pitchFamily="18" charset="0"/>
              </a:rPr>
              <a:t>1969</a:t>
            </a:r>
            <a:r>
              <a:rPr lang="zh-CN" altLang="zh-CN" sz="1700" kern="100">
                <a:latin typeface="Times New Roman" panose="02020603050405020304" pitchFamily="18" charset="0"/>
                <a:cs typeface="Times New Roman" panose="02020603050405020304" pitchFamily="18" charset="0"/>
              </a:rPr>
              <a:t>年首播</a:t>
            </a:r>
          </a:p>
          <a:p>
            <a:pPr marL="285750" lvl="0" indent="-285750" defTabSz="914400" fontAlgn="base">
              <a:lnSpc>
                <a:spcPct val="100000"/>
              </a:lnSpc>
              <a:spcBef>
                <a:spcPct val="0"/>
              </a:spcBef>
              <a:spcAft>
                <a:spcPct val="0"/>
              </a:spcAft>
              <a:defRPr/>
            </a:pPr>
            <a:endParaRPr lang="en-US" altLang="zh-CN" sz="2000">
              <a:solidFill>
                <a:srgbClr val="000000"/>
              </a:solidFill>
              <a:latin typeface="宋体"/>
              <a:ea typeface="宋体"/>
            </a:endParaRPr>
          </a:p>
        </p:txBody>
      </p:sp>
      <p:sp>
        <p:nvSpPr>
          <p:cNvPr id="5" name="标题 2">
            <a:extLst>
              <a:ext uri="{FF2B5EF4-FFF2-40B4-BE49-F238E27FC236}">
                <a16:creationId xmlns:a16="http://schemas.microsoft.com/office/drawing/2014/main" id="{6C5D952A-4E9F-41EE-BFCD-B45B5A6473E3}"/>
              </a:ext>
            </a:extLst>
          </p:cNvPr>
          <p:cNvSpPr>
            <a:spLocks noGrp="1"/>
          </p:cNvSpPr>
          <p:nvPr>
            <p:ph type="title"/>
          </p:nvPr>
        </p:nvSpPr>
        <p:spPr>
          <a:xfrm>
            <a:off x="252000" y="244258"/>
            <a:ext cx="8630432" cy="912529"/>
          </a:xfrm>
        </p:spPr>
        <p:txBody>
          <a:bodyPr>
            <a:normAutofit/>
          </a:bodyPr>
          <a:lstStyle/>
          <a:p>
            <a:r>
              <a:rPr lang="en-US" altLang="en-US">
                <a:solidFill>
                  <a:srgbClr val="000000"/>
                </a:solidFill>
                <a:ea typeface="宋体"/>
                <a:cs typeface="Times New Roman" panose="02020603050405020304" pitchFamily="18" charset="0"/>
              </a:rPr>
              <a:t>Monty Python's Flying Circus</a:t>
            </a:r>
            <a:endParaRPr lang="zh-CN" altLang="en-US" sz="4400">
              <a:cs typeface="Times New Roman" panose="02020603050405020304" pitchFamily="18" charset="0"/>
            </a:endParaRPr>
          </a:p>
        </p:txBody>
      </p:sp>
    </p:spTree>
    <p:extLst>
      <p:ext uri="{BB962C8B-B14F-4D97-AF65-F5344CB8AC3E}">
        <p14:creationId xmlns:p14="http://schemas.microsoft.com/office/powerpoint/2010/main" val="2879999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662AC-0D4F-52EC-22DC-A77983B1B88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0E62AAC-45FE-62AD-585A-680E5EDA2606}"/>
              </a:ext>
            </a:extLst>
          </p:cNvPr>
          <p:cNvSpPr>
            <a:spLocks noGrp="1"/>
          </p:cNvSpPr>
          <p:nvPr>
            <p:ph idx="1"/>
          </p:nvPr>
        </p:nvSpPr>
        <p:spPr>
          <a:xfrm>
            <a:off x="252000" y="1156787"/>
            <a:ext cx="8630431" cy="5456955"/>
          </a:xfrm>
        </p:spPr>
        <p:txBody>
          <a:bodyPr>
            <a:normAutofit/>
          </a:bodyPr>
          <a:lstStyle/>
          <a:p>
            <a:pPr marL="288000" lvl="0" indent="-288000" algn="just" defTabSz="914400" eaLnBrk="0" fontAlgn="base" hangingPunct="0">
              <a:lnSpc>
                <a:spcPct val="100000"/>
              </a:lnSpc>
              <a:spcBef>
                <a:spcPts val="600"/>
              </a:spcBef>
              <a:spcAft>
                <a:spcPct val="0"/>
              </a:spcAft>
              <a:buFontTx/>
              <a:buChar char="•"/>
            </a:pPr>
            <a:r>
              <a:rPr lang="en-US" altLang="zh-CN" dirty="0">
                <a:solidFill>
                  <a:srgbClr val="000000"/>
                </a:solidFill>
                <a:latin typeface="Times New Roman" panose="02020603050405020304" pitchFamily="18" charset="0"/>
                <a:ea typeface="宋体"/>
                <a:cs typeface="Times New Roman" panose="02020603050405020304" pitchFamily="18" charset="0"/>
              </a:rPr>
              <a:t>《Monty Python‘s Flying Circus》</a:t>
            </a:r>
            <a:r>
              <a:rPr lang="zh-CN" altLang="en-US" dirty="0">
                <a:solidFill>
                  <a:srgbClr val="000000"/>
                </a:solidFill>
                <a:latin typeface="Times New Roman" panose="02020603050405020304" pitchFamily="18" charset="0"/>
                <a:ea typeface="宋体"/>
                <a:cs typeface="Times New Roman" panose="02020603050405020304" pitchFamily="18" charset="0"/>
              </a:rPr>
              <a:t>是英国一部极具影响力的超现实幽默喜剧，由 六人喜剧团体“</a:t>
            </a:r>
            <a:r>
              <a:rPr lang="en-US" altLang="zh-CN" dirty="0">
                <a:solidFill>
                  <a:srgbClr val="000000"/>
                </a:solidFill>
                <a:latin typeface="Times New Roman" panose="02020603050405020304" pitchFamily="18" charset="0"/>
                <a:ea typeface="宋体"/>
                <a:cs typeface="Times New Roman" panose="02020603050405020304" pitchFamily="18" charset="0"/>
              </a:rPr>
              <a:t>Monty Python”</a:t>
            </a:r>
            <a:r>
              <a:rPr lang="zh-CN" altLang="en-US" dirty="0">
                <a:solidFill>
                  <a:srgbClr val="000000"/>
                </a:solidFill>
                <a:latin typeface="Times New Roman" panose="02020603050405020304" pitchFamily="18" charset="0"/>
                <a:ea typeface="宋体"/>
                <a:cs typeface="Times New Roman" panose="02020603050405020304" pitchFamily="18" charset="0"/>
              </a:rPr>
              <a:t> 于 </a:t>
            </a:r>
            <a:r>
              <a:rPr lang="en-US" altLang="zh-CN" dirty="0">
                <a:solidFill>
                  <a:srgbClr val="000000"/>
                </a:solidFill>
                <a:latin typeface="Times New Roman" panose="02020603050405020304" pitchFamily="18" charset="0"/>
                <a:ea typeface="宋体"/>
                <a:cs typeface="Times New Roman" panose="02020603050405020304" pitchFamily="18" charset="0"/>
              </a:rPr>
              <a:t>1969–1974</a:t>
            </a:r>
            <a:r>
              <a:rPr lang="zh-CN" altLang="en-US" dirty="0">
                <a:solidFill>
                  <a:srgbClr val="000000"/>
                </a:solidFill>
                <a:latin typeface="Times New Roman" panose="02020603050405020304" pitchFamily="18" charset="0"/>
                <a:ea typeface="宋体"/>
                <a:cs typeface="Times New Roman" panose="02020603050405020304" pitchFamily="18" charset="0"/>
              </a:rPr>
              <a:t>年 在</a:t>
            </a:r>
            <a:r>
              <a:rPr lang="en-US" altLang="zh-CN" dirty="0">
                <a:solidFill>
                  <a:srgbClr val="000000"/>
                </a:solidFill>
                <a:latin typeface="Times New Roman" panose="02020603050405020304" pitchFamily="18" charset="0"/>
                <a:ea typeface="宋体"/>
                <a:cs typeface="Times New Roman" panose="02020603050405020304" pitchFamily="18" charset="0"/>
              </a:rPr>
              <a:t>BBC</a:t>
            </a:r>
            <a:r>
              <a:rPr lang="zh-CN" altLang="en-US" dirty="0">
                <a:solidFill>
                  <a:srgbClr val="000000"/>
                </a:solidFill>
                <a:latin typeface="Times New Roman" panose="02020603050405020304" pitchFamily="18" charset="0"/>
                <a:ea typeface="宋体"/>
                <a:cs typeface="Times New Roman" panose="02020603050405020304" pitchFamily="18" charset="0"/>
              </a:rPr>
              <a:t>播出。它以荒诞的风格著称，颠覆了传统喜剧形式。</a:t>
            </a:r>
            <a:r>
              <a:rPr lang="zh-CN" altLang="en-US" b="0" i="0" dirty="0">
                <a:solidFill>
                  <a:srgbClr val="404040"/>
                </a:solidFill>
                <a:effectLst/>
                <a:latin typeface="Inter"/>
              </a:rPr>
              <a:t>启发了</a:t>
            </a:r>
            <a:r>
              <a:rPr lang="en-US" altLang="zh-CN" b="0" i="0" dirty="0">
                <a:solidFill>
                  <a:srgbClr val="404040"/>
                </a:solidFill>
                <a:effectLst/>
                <a:latin typeface="Inter"/>
              </a:rPr>
              <a:t>《</a:t>
            </a:r>
            <a:r>
              <a:rPr lang="zh-CN" altLang="en-US" b="0" i="0" dirty="0">
                <a:solidFill>
                  <a:srgbClr val="404040"/>
                </a:solidFill>
                <a:effectLst/>
                <a:latin typeface="Inter"/>
              </a:rPr>
              <a:t>辛普森一家</a:t>
            </a:r>
            <a:r>
              <a:rPr lang="en-US" altLang="zh-CN" b="0" i="0" dirty="0">
                <a:solidFill>
                  <a:srgbClr val="404040"/>
                </a:solidFill>
                <a:effectLst/>
                <a:latin typeface="Inter"/>
              </a:rPr>
              <a:t>》《</a:t>
            </a:r>
            <a:r>
              <a:rPr lang="zh-CN" altLang="en-US" b="0" i="0" dirty="0">
                <a:solidFill>
                  <a:srgbClr val="404040"/>
                </a:solidFill>
                <a:effectLst/>
                <a:latin typeface="Inter"/>
              </a:rPr>
              <a:t>南方公园</a:t>
            </a:r>
            <a:r>
              <a:rPr lang="en-US" altLang="zh-CN" b="0" i="0" dirty="0">
                <a:solidFill>
                  <a:srgbClr val="404040"/>
                </a:solidFill>
                <a:effectLst/>
                <a:latin typeface="Inter"/>
              </a:rPr>
              <a:t>》</a:t>
            </a:r>
            <a:r>
              <a:rPr lang="zh-CN" altLang="en-US" b="0" i="0" dirty="0">
                <a:solidFill>
                  <a:srgbClr val="404040"/>
                </a:solidFill>
                <a:effectLst/>
                <a:latin typeface="Inter"/>
              </a:rPr>
              <a:t>等作品</a:t>
            </a:r>
            <a:endParaRPr lang="en-US" altLang="zh-CN" b="0" i="0" dirty="0">
              <a:solidFill>
                <a:srgbClr val="404040"/>
              </a:solidFill>
              <a:effectLst/>
              <a:latin typeface="Inter"/>
            </a:endParaRPr>
          </a:p>
          <a:p>
            <a:pPr marL="288000" lvl="0" indent="-288000" algn="just" defTabSz="914400" eaLnBrk="0" fontAlgn="base" hangingPunct="0">
              <a:lnSpc>
                <a:spcPct val="100000"/>
              </a:lnSpc>
              <a:spcBef>
                <a:spcPts val="600"/>
              </a:spcBef>
              <a:spcAft>
                <a:spcPct val="0"/>
              </a:spcAft>
              <a:buFontTx/>
              <a:buChar char="•"/>
            </a:pPr>
            <a:r>
              <a:rPr lang="en-US" altLang="zh-CN" dirty="0">
                <a:solidFill>
                  <a:srgbClr val="000000"/>
                </a:solidFill>
                <a:latin typeface="Times New Roman" panose="02020603050405020304" pitchFamily="18" charset="0"/>
                <a:ea typeface="宋体"/>
                <a:cs typeface="Times New Roman" panose="02020603050405020304" pitchFamily="18" charset="0"/>
              </a:rPr>
              <a:t>Python </a:t>
            </a:r>
            <a:r>
              <a:rPr lang="zh-CN" altLang="en-US" dirty="0">
                <a:solidFill>
                  <a:srgbClr val="000000"/>
                </a:solidFill>
                <a:latin typeface="Times New Roman" panose="02020603050405020304" pitchFamily="18" charset="0"/>
                <a:ea typeface="宋体"/>
                <a:cs typeface="Times New Roman" panose="02020603050405020304" pitchFamily="18" charset="0"/>
              </a:rPr>
              <a:t>的创始人 </a:t>
            </a:r>
            <a:r>
              <a:rPr lang="en-US" altLang="zh-CN" dirty="0">
                <a:solidFill>
                  <a:srgbClr val="000000"/>
                </a:solidFill>
                <a:latin typeface="Times New Roman" panose="02020603050405020304" pitchFamily="18" charset="0"/>
                <a:ea typeface="宋体"/>
                <a:cs typeface="Times New Roman" panose="02020603050405020304" pitchFamily="18" charset="0"/>
              </a:rPr>
              <a:t>Guido van Rossum </a:t>
            </a:r>
            <a:r>
              <a:rPr lang="zh-CN" altLang="en-US" dirty="0">
                <a:solidFill>
                  <a:srgbClr val="000000"/>
                </a:solidFill>
                <a:latin typeface="Times New Roman" panose="02020603050405020304" pitchFamily="18" charset="0"/>
                <a:ea typeface="宋体"/>
                <a:cs typeface="Times New Roman" panose="02020603050405020304" pitchFamily="18" charset="0"/>
              </a:rPr>
              <a:t>是</a:t>
            </a:r>
            <a:r>
              <a:rPr lang="en-US" altLang="zh-CN" dirty="0">
                <a:solidFill>
                  <a:srgbClr val="000000"/>
                </a:solidFill>
                <a:latin typeface="Times New Roman" panose="02020603050405020304" pitchFamily="18" charset="0"/>
                <a:ea typeface="宋体"/>
                <a:cs typeface="Times New Roman" panose="02020603050405020304" pitchFamily="18" charset="0"/>
              </a:rPr>
              <a:t>Monty Python</a:t>
            </a:r>
            <a:r>
              <a:rPr lang="zh-CN" altLang="en-US" dirty="0">
                <a:solidFill>
                  <a:srgbClr val="000000"/>
                </a:solidFill>
                <a:latin typeface="Times New Roman" panose="02020603050405020304" pitchFamily="18" charset="0"/>
                <a:ea typeface="宋体"/>
                <a:cs typeface="Times New Roman" panose="02020603050405020304" pitchFamily="18" charset="0"/>
              </a:rPr>
              <a:t>的忠实粉丝。他特意以“</a:t>
            </a:r>
            <a:r>
              <a:rPr lang="en-US" altLang="zh-CN" dirty="0">
                <a:solidFill>
                  <a:srgbClr val="000000"/>
                </a:solidFill>
                <a:latin typeface="Times New Roman" panose="02020603050405020304" pitchFamily="18" charset="0"/>
                <a:ea typeface="宋体"/>
                <a:cs typeface="Times New Roman" panose="02020603050405020304" pitchFamily="18" charset="0"/>
              </a:rPr>
              <a:t>Python”</a:t>
            </a:r>
            <a:r>
              <a:rPr lang="zh-CN" altLang="en-US" dirty="0">
                <a:solidFill>
                  <a:srgbClr val="000000"/>
                </a:solidFill>
                <a:latin typeface="Times New Roman" panose="02020603050405020304" pitchFamily="18" charset="0"/>
                <a:ea typeface="宋体"/>
                <a:cs typeface="Times New Roman" panose="02020603050405020304" pitchFamily="18" charset="0"/>
              </a:rPr>
              <a:t>命名，致敬该剧的幽默风格</a:t>
            </a:r>
            <a:endParaRPr lang="en-US" altLang="zh-CN" dirty="0">
              <a:solidFill>
                <a:srgbClr val="000000"/>
              </a:solidFill>
              <a:latin typeface="Times New Roman" panose="02020603050405020304" pitchFamily="18" charset="0"/>
              <a:ea typeface="宋体"/>
              <a:cs typeface="Times New Roman" panose="02020603050405020304" pitchFamily="18" charset="0"/>
            </a:endParaRPr>
          </a:p>
          <a:p>
            <a:pPr marL="288000" lvl="0" indent="-288000" algn="just" defTabSz="914400" eaLnBrk="0" fontAlgn="base" hangingPunct="0">
              <a:lnSpc>
                <a:spcPct val="100000"/>
              </a:lnSpc>
              <a:spcBef>
                <a:spcPts val="600"/>
              </a:spcBef>
              <a:spcAft>
                <a:spcPct val="0"/>
              </a:spcAft>
              <a:buFontTx/>
              <a:buChar char="•"/>
            </a:pPr>
            <a:endParaRPr lang="en-US" altLang="zh-CN" dirty="0">
              <a:solidFill>
                <a:srgbClr val="000000"/>
              </a:solidFill>
              <a:latin typeface="Times New Roman" panose="02020603050405020304" pitchFamily="18" charset="0"/>
              <a:ea typeface="宋体"/>
              <a:cs typeface="Times New Roman" panose="02020603050405020304" pitchFamily="18" charset="0"/>
            </a:endParaRPr>
          </a:p>
          <a:p>
            <a:pPr marL="288000" lvl="0" indent="-288000" algn="just" defTabSz="914400" eaLnBrk="0" fontAlgn="base" hangingPunct="0">
              <a:lnSpc>
                <a:spcPct val="100000"/>
              </a:lnSpc>
              <a:spcBef>
                <a:spcPts val="600"/>
              </a:spcBef>
              <a:spcAft>
                <a:spcPct val="0"/>
              </a:spcAft>
              <a:buFontTx/>
              <a:buChar char="•"/>
            </a:pPr>
            <a:r>
              <a:rPr lang="zh-CN" altLang="en-US" dirty="0">
                <a:solidFill>
                  <a:srgbClr val="000000"/>
                </a:solidFill>
                <a:latin typeface="Times New Roman" panose="02020603050405020304" pitchFamily="18" charset="0"/>
                <a:ea typeface="宋体"/>
                <a:cs typeface="Times New Roman" panose="02020603050405020304" pitchFamily="18" charset="0"/>
              </a:rPr>
              <a:t>例如，</a:t>
            </a:r>
            <a:r>
              <a:rPr lang="en-US" altLang="zh-CN" dirty="0">
                <a:solidFill>
                  <a:srgbClr val="000000"/>
                </a:solidFill>
                <a:latin typeface="Times New Roman" panose="02020603050405020304" pitchFamily="18" charset="0"/>
                <a:ea typeface="宋体"/>
                <a:cs typeface="Times New Roman" panose="02020603050405020304" pitchFamily="18" charset="0"/>
              </a:rPr>
              <a:t>Python</a:t>
            </a:r>
            <a:r>
              <a:rPr lang="zh-CN" altLang="en-US" dirty="0">
                <a:solidFill>
                  <a:srgbClr val="000000"/>
                </a:solidFill>
                <a:latin typeface="Times New Roman" panose="02020603050405020304" pitchFamily="18" charset="0"/>
                <a:ea typeface="宋体"/>
                <a:cs typeface="Times New Roman" panose="02020603050405020304" pitchFamily="18" charset="0"/>
              </a:rPr>
              <a:t>示例变量名常用</a:t>
            </a:r>
            <a:r>
              <a:rPr lang="en-US" altLang="zh-CN" dirty="0">
                <a:solidFill>
                  <a:srgbClr val="000000"/>
                </a:solidFill>
                <a:latin typeface="Times New Roman" panose="02020603050405020304" pitchFamily="18" charset="0"/>
                <a:ea typeface="宋体"/>
                <a:cs typeface="Times New Roman" panose="02020603050405020304" pitchFamily="18" charset="0"/>
              </a:rPr>
              <a:t>spam</a:t>
            </a:r>
            <a:r>
              <a:rPr lang="zh-CN" altLang="en-US" dirty="0">
                <a:solidFill>
                  <a:srgbClr val="000000"/>
                </a:solidFill>
                <a:latin typeface="Times New Roman" panose="02020603050405020304" pitchFamily="18" charset="0"/>
                <a:ea typeface="宋体"/>
                <a:cs typeface="Times New Roman" panose="02020603050405020304" pitchFamily="18" charset="0"/>
              </a:rPr>
              <a:t>、</a:t>
            </a:r>
            <a:r>
              <a:rPr lang="en-US" altLang="zh-CN" dirty="0">
                <a:solidFill>
                  <a:srgbClr val="000000"/>
                </a:solidFill>
                <a:latin typeface="Times New Roman" panose="02020603050405020304" pitchFamily="18" charset="0"/>
                <a:ea typeface="宋体"/>
                <a:cs typeface="Times New Roman" panose="02020603050405020304" pitchFamily="18" charset="0"/>
              </a:rPr>
              <a:t>ham</a:t>
            </a:r>
            <a:r>
              <a:rPr lang="zh-CN" altLang="en-US" dirty="0">
                <a:solidFill>
                  <a:srgbClr val="000000"/>
                </a:solidFill>
                <a:latin typeface="Times New Roman" panose="02020603050405020304" pitchFamily="18" charset="0"/>
                <a:ea typeface="宋体"/>
                <a:cs typeface="Times New Roman" panose="02020603050405020304" pitchFamily="18" charset="0"/>
              </a:rPr>
              <a:t>、</a:t>
            </a:r>
            <a:r>
              <a:rPr lang="en-US" altLang="zh-CN" dirty="0">
                <a:solidFill>
                  <a:srgbClr val="000000"/>
                </a:solidFill>
                <a:latin typeface="Times New Roman" panose="02020603050405020304" pitchFamily="18" charset="0"/>
                <a:ea typeface="宋体"/>
                <a:cs typeface="Times New Roman" panose="02020603050405020304" pitchFamily="18" charset="0"/>
              </a:rPr>
              <a:t>eggs</a:t>
            </a:r>
            <a:r>
              <a:rPr lang="zh-CN" altLang="en-US" dirty="0">
                <a:solidFill>
                  <a:srgbClr val="000000"/>
                </a:solidFill>
                <a:latin typeface="Times New Roman" panose="02020603050405020304" pitchFamily="18" charset="0"/>
                <a:ea typeface="宋体"/>
                <a:cs typeface="Times New Roman" panose="02020603050405020304" pitchFamily="18" charset="0"/>
              </a:rPr>
              <a:t>（出自剧中的“</a:t>
            </a:r>
            <a:r>
              <a:rPr lang="en-US" altLang="zh-CN" dirty="0">
                <a:solidFill>
                  <a:srgbClr val="000000"/>
                </a:solidFill>
                <a:latin typeface="Times New Roman" panose="02020603050405020304" pitchFamily="18" charset="0"/>
                <a:ea typeface="宋体"/>
                <a:cs typeface="Times New Roman" panose="02020603050405020304" pitchFamily="18" charset="0"/>
              </a:rPr>
              <a:t>Spam”</a:t>
            </a:r>
            <a:r>
              <a:rPr lang="zh-CN" altLang="en-US" dirty="0">
                <a:solidFill>
                  <a:srgbClr val="000000"/>
                </a:solidFill>
                <a:latin typeface="Times New Roman" panose="02020603050405020304" pitchFamily="18" charset="0"/>
                <a:ea typeface="宋体"/>
                <a:cs typeface="Times New Roman" panose="02020603050405020304" pitchFamily="18" charset="0"/>
              </a:rPr>
              <a:t>罐头笑话）</a:t>
            </a:r>
            <a:endParaRPr lang="en-US" altLang="zh-CN" dirty="0">
              <a:solidFill>
                <a:srgbClr val="000000"/>
              </a:solidFill>
              <a:latin typeface="Times New Roman" panose="02020603050405020304" pitchFamily="18" charset="0"/>
              <a:ea typeface="宋体"/>
              <a:cs typeface="Times New Roman" panose="02020603050405020304" pitchFamily="18" charset="0"/>
            </a:endParaRPr>
          </a:p>
          <a:p>
            <a:pPr marL="288000" lvl="0" indent="-288000" algn="just" defTabSz="914400" eaLnBrk="0" fontAlgn="base" hangingPunct="0">
              <a:lnSpc>
                <a:spcPct val="100000"/>
              </a:lnSpc>
              <a:spcBef>
                <a:spcPts val="600"/>
              </a:spcBef>
              <a:spcAft>
                <a:spcPct val="0"/>
              </a:spcAft>
              <a:buFontTx/>
              <a:buChar char="•"/>
            </a:pPr>
            <a:r>
              <a:rPr lang="zh-CN" altLang="en-US" dirty="0">
                <a:solidFill>
                  <a:srgbClr val="000000"/>
                </a:solidFill>
                <a:latin typeface="Times New Roman" panose="02020603050405020304" pitchFamily="18" charset="0"/>
                <a:ea typeface="宋体"/>
                <a:cs typeface="Times New Roman" panose="02020603050405020304" pitchFamily="18" charset="0"/>
              </a:rPr>
              <a:t>又如，</a:t>
            </a:r>
            <a:r>
              <a:rPr lang="en-US" altLang="zh-CN" dirty="0">
                <a:solidFill>
                  <a:srgbClr val="000000"/>
                </a:solidFill>
                <a:latin typeface="Times New Roman" panose="02020603050405020304" pitchFamily="18" charset="0"/>
                <a:ea typeface="宋体"/>
                <a:cs typeface="Times New Roman" panose="02020603050405020304" pitchFamily="18" charset="0"/>
              </a:rPr>
              <a:t>antigravity</a:t>
            </a:r>
            <a:r>
              <a:rPr lang="zh-CN" altLang="en-US" dirty="0">
                <a:solidFill>
                  <a:srgbClr val="000000"/>
                </a:solidFill>
                <a:latin typeface="Times New Roman" panose="02020603050405020304" pitchFamily="18" charset="0"/>
                <a:ea typeface="宋体"/>
                <a:cs typeface="Times New Roman" panose="02020603050405020304" pitchFamily="18" charset="0"/>
              </a:rPr>
              <a:t>模块：</a:t>
            </a:r>
            <a:r>
              <a:rPr lang="en-US" altLang="zh-CN" dirty="0">
                <a:solidFill>
                  <a:srgbClr val="000000"/>
                </a:solidFill>
                <a:latin typeface="Times New Roman" panose="02020603050405020304" pitchFamily="18" charset="0"/>
                <a:ea typeface="宋体"/>
                <a:cs typeface="Times New Roman" panose="02020603050405020304" pitchFamily="18" charset="0"/>
              </a:rPr>
              <a:t>import antigravity</a:t>
            </a:r>
          </a:p>
          <a:p>
            <a:pPr marL="288000" lvl="0" indent="-288000" algn="just" defTabSz="914400" eaLnBrk="0" fontAlgn="base" hangingPunct="0">
              <a:lnSpc>
                <a:spcPct val="100000"/>
              </a:lnSpc>
              <a:spcBef>
                <a:spcPts val="600"/>
              </a:spcBef>
              <a:spcAft>
                <a:spcPct val="0"/>
              </a:spcAft>
              <a:buFontTx/>
              <a:buChar char="•"/>
            </a:pPr>
            <a:r>
              <a:rPr lang="zh-CN" altLang="en-US" dirty="0">
                <a:solidFill>
                  <a:srgbClr val="000000"/>
                </a:solidFill>
                <a:latin typeface="Times New Roman" panose="02020603050405020304" pitchFamily="18" charset="0"/>
                <a:ea typeface="宋体"/>
                <a:cs typeface="Times New Roman" panose="02020603050405020304" pitchFamily="18" charset="0"/>
              </a:rPr>
              <a:t>再如，</a:t>
            </a:r>
            <a:r>
              <a:rPr lang="en-US" altLang="zh-CN" dirty="0">
                <a:solidFill>
                  <a:srgbClr val="000000"/>
                </a:solidFill>
                <a:latin typeface="Times New Roman" panose="02020603050405020304" pitchFamily="18" charset="0"/>
                <a:ea typeface="宋体"/>
                <a:cs typeface="Times New Roman" panose="02020603050405020304" pitchFamily="18" charset="0"/>
              </a:rPr>
              <a:t>this</a:t>
            </a:r>
            <a:r>
              <a:rPr lang="zh-CN" altLang="en-US" dirty="0">
                <a:solidFill>
                  <a:srgbClr val="000000"/>
                </a:solidFill>
                <a:latin typeface="Times New Roman" panose="02020603050405020304" pitchFamily="18" charset="0"/>
                <a:ea typeface="宋体"/>
                <a:cs typeface="Times New Roman" panose="02020603050405020304" pitchFamily="18" charset="0"/>
              </a:rPr>
              <a:t>模块：</a:t>
            </a:r>
            <a:r>
              <a:rPr lang="en-US" altLang="zh-CN" dirty="0">
                <a:solidFill>
                  <a:srgbClr val="000000"/>
                </a:solidFill>
                <a:latin typeface="Times New Roman" panose="02020603050405020304" pitchFamily="18" charset="0"/>
                <a:ea typeface="宋体"/>
                <a:cs typeface="Times New Roman" panose="02020603050405020304" pitchFamily="18" charset="0"/>
              </a:rPr>
              <a:t>import this</a:t>
            </a:r>
            <a:r>
              <a:rPr lang="zh-CN" altLang="en-US" b="0" i="0" dirty="0">
                <a:solidFill>
                  <a:srgbClr val="404040"/>
                </a:solidFill>
                <a:effectLst/>
                <a:latin typeface="Inter"/>
              </a:rPr>
              <a:t>，其输出包含一句：</a:t>
            </a:r>
            <a:endParaRPr lang="en-US" altLang="zh-CN" b="0" i="0" dirty="0">
              <a:solidFill>
                <a:srgbClr val="404040"/>
              </a:solidFill>
              <a:effectLst/>
              <a:latin typeface="Inter"/>
            </a:endParaRPr>
          </a:p>
          <a:p>
            <a:pPr marL="0" indent="0" algn="ctr" defTabSz="914400" eaLnBrk="0" fontAlgn="base" hangingPunct="0">
              <a:spcAft>
                <a:spcPct val="0"/>
              </a:spcAft>
              <a:buNone/>
            </a:pPr>
            <a:r>
              <a:rPr lang="zh-CN" altLang="en-US" sz="1800" dirty="0">
                <a:solidFill>
                  <a:srgbClr val="404040"/>
                </a:solidFill>
                <a:latin typeface="Inter"/>
              </a:rPr>
              <a:t>“</a:t>
            </a:r>
            <a:r>
              <a:rPr lang="en-US" altLang="zh-CN" sz="1800" i="1" dirty="0">
                <a:solidFill>
                  <a:srgbClr val="000000"/>
                </a:solidFill>
                <a:latin typeface="Times New Roman" panose="02020603050405020304" pitchFamily="18" charset="0"/>
                <a:ea typeface="宋体"/>
                <a:cs typeface="Times New Roman" panose="02020603050405020304" pitchFamily="18" charset="0"/>
              </a:rPr>
              <a:t>Namespaces are one honking great idea -- let's do more of those!</a:t>
            </a:r>
            <a:r>
              <a:rPr lang="zh-CN" altLang="en-US" sz="1800" dirty="0">
                <a:solidFill>
                  <a:srgbClr val="404040"/>
                </a:solidFill>
                <a:latin typeface="Inter"/>
              </a:rPr>
              <a:t>”</a:t>
            </a:r>
            <a:endParaRPr lang="en-US" altLang="zh-CN" sz="1800" dirty="0">
              <a:solidFill>
                <a:srgbClr val="404040"/>
              </a:solidFill>
              <a:latin typeface="Inter"/>
            </a:endParaRPr>
          </a:p>
          <a:p>
            <a:pPr marL="0" indent="0" defTabSz="914400" eaLnBrk="0" fontAlgn="base" hangingPunct="0">
              <a:spcAft>
                <a:spcPct val="0"/>
              </a:spcAft>
              <a:buNone/>
            </a:pPr>
            <a:r>
              <a:rPr lang="zh-CN" altLang="en-US" dirty="0">
                <a:solidFill>
                  <a:srgbClr val="000000"/>
                </a:solidFill>
                <a:latin typeface="Times New Roman" panose="02020603050405020304" pitchFamily="18" charset="0"/>
                <a:ea typeface="宋体"/>
                <a:cs typeface="Times New Roman" panose="02020603050405020304" pitchFamily="18" charset="0"/>
              </a:rPr>
              <a:t>    其中的</a:t>
            </a:r>
            <a:r>
              <a:rPr lang="en-US" altLang="zh-CN" dirty="0">
                <a:solidFill>
                  <a:srgbClr val="000000"/>
                </a:solidFill>
                <a:latin typeface="Times New Roman" panose="02020603050405020304" pitchFamily="18" charset="0"/>
                <a:ea typeface="宋体"/>
                <a:cs typeface="Times New Roman" panose="02020603050405020304" pitchFamily="18" charset="0"/>
              </a:rPr>
              <a:t>“honking”</a:t>
            </a:r>
            <a:r>
              <a:rPr lang="zh-CN" altLang="en-US" dirty="0">
                <a:solidFill>
                  <a:srgbClr val="000000"/>
                </a:solidFill>
                <a:latin typeface="Times New Roman" panose="02020603050405020304" pitchFamily="18" charset="0"/>
                <a:ea typeface="宋体"/>
                <a:cs typeface="Times New Roman" panose="02020603050405020304" pitchFamily="18" charset="0"/>
              </a:rPr>
              <a:t>（喇叭声）是剧中常用的无意义拟声词</a:t>
            </a:r>
            <a:endParaRPr lang="en-US" altLang="zh-CN" dirty="0">
              <a:solidFill>
                <a:srgbClr val="000000"/>
              </a:solidFill>
              <a:latin typeface="Times New Roman" panose="02020603050405020304" pitchFamily="18" charset="0"/>
              <a:ea typeface="宋体"/>
              <a:cs typeface="Times New Roman" panose="02020603050405020304" pitchFamily="18" charset="0"/>
            </a:endParaRPr>
          </a:p>
        </p:txBody>
      </p:sp>
      <p:sp>
        <p:nvSpPr>
          <p:cNvPr id="3" name="标题 2">
            <a:extLst>
              <a:ext uri="{FF2B5EF4-FFF2-40B4-BE49-F238E27FC236}">
                <a16:creationId xmlns:a16="http://schemas.microsoft.com/office/drawing/2014/main" id="{ED3065E5-9FB5-F896-7F9F-F36912DFCC1C}"/>
              </a:ext>
            </a:extLst>
          </p:cNvPr>
          <p:cNvSpPr>
            <a:spLocks noGrp="1"/>
          </p:cNvSpPr>
          <p:nvPr>
            <p:ph type="title"/>
          </p:nvPr>
        </p:nvSpPr>
        <p:spPr>
          <a:xfrm>
            <a:off x="252000" y="244258"/>
            <a:ext cx="8630432" cy="912529"/>
          </a:xfrm>
        </p:spPr>
        <p:txBody>
          <a:bodyPr>
            <a:normAutofit/>
          </a:bodyPr>
          <a:lstStyle/>
          <a:p>
            <a:r>
              <a:rPr lang="en-US" altLang="en-US">
                <a:solidFill>
                  <a:srgbClr val="000000"/>
                </a:solidFill>
                <a:ea typeface="宋体"/>
                <a:cs typeface="Times New Roman" panose="02020603050405020304" pitchFamily="18" charset="0"/>
              </a:rPr>
              <a:t>Monty Python's Flying Circus</a:t>
            </a:r>
            <a:endParaRPr lang="zh-CN" altLang="en-US" sz="4400">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C17AD725-A3EF-AD55-A6DD-F763F5D3E60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a:ln>
                  <a:noFill/>
                </a:ln>
                <a:solidFill>
                  <a:srgbClr val="FFFFFF"/>
                </a:solidFill>
                <a:effectLst/>
                <a:latin typeface="Arial Unicode MS"/>
                <a:ea typeface="var(--ds-font-family-code)"/>
              </a:rPr>
              <a:t>Namespaces are one honking great idea -- let's do more of those!</a:t>
            </a:r>
            <a:r>
              <a:rPr kumimoji="0" lang="zh-CN" altLang="zh-CN" sz="3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9449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A4940-AE9F-44BE-A0E7-01A78F0FC220}"/>
              </a:ext>
            </a:extLst>
          </p:cNvPr>
          <p:cNvSpPr>
            <a:spLocks noGrp="1"/>
          </p:cNvSpPr>
          <p:nvPr>
            <p:ph type="title"/>
          </p:nvPr>
        </p:nvSpPr>
        <p:spPr>
          <a:xfrm>
            <a:off x="252000" y="1709739"/>
            <a:ext cx="8627166" cy="2852737"/>
          </a:xfrm>
        </p:spPr>
        <p:txBody>
          <a:bodyPr/>
          <a:lstStyle/>
          <a:p>
            <a:pPr algn="ctr"/>
            <a:r>
              <a:rPr lang="en-US" altLang="zh-CN">
                <a:cs typeface="Times New Roman" panose="02020603050405020304" pitchFamily="18" charset="0"/>
              </a:rPr>
              <a:t>Python</a:t>
            </a:r>
            <a:r>
              <a:rPr lang="zh-CN" altLang="en-US">
                <a:latin typeface="+mj-ea"/>
                <a:cs typeface="Times New Roman" panose="02020603050405020304" pitchFamily="18" charset="0"/>
              </a:rPr>
              <a:t>版本</a:t>
            </a:r>
            <a:endParaRPr lang="zh-CN" altLang="en-US">
              <a:latin typeface="+mj-ea"/>
            </a:endParaRPr>
          </a:p>
        </p:txBody>
      </p:sp>
      <p:sp>
        <p:nvSpPr>
          <p:cNvPr id="3" name="文本占位符 2">
            <a:extLst>
              <a:ext uri="{FF2B5EF4-FFF2-40B4-BE49-F238E27FC236}">
                <a16:creationId xmlns:a16="http://schemas.microsoft.com/office/drawing/2014/main" id="{4D72AFC0-9E8B-43DD-97E3-170D97DEBD85}"/>
              </a:ext>
            </a:extLst>
          </p:cNvPr>
          <p:cNvSpPr>
            <a:spLocks noGrp="1"/>
          </p:cNvSpPr>
          <p:nvPr>
            <p:ph type="body" idx="1"/>
          </p:nvPr>
        </p:nvSpPr>
        <p:spPr>
          <a:xfrm>
            <a:off x="252000" y="4589464"/>
            <a:ext cx="8627166" cy="1500187"/>
          </a:xfrm>
        </p:spPr>
        <p:txBody>
          <a:bodyPr>
            <a:normAutofit/>
          </a:bodyPr>
          <a:lstStyle/>
          <a:p>
            <a:endParaRPr lang="zh-CN" altLang="en-US" sz="2400"/>
          </a:p>
        </p:txBody>
      </p:sp>
    </p:spTree>
    <p:extLst>
      <p:ext uri="{BB962C8B-B14F-4D97-AF65-F5344CB8AC3E}">
        <p14:creationId xmlns:p14="http://schemas.microsoft.com/office/powerpoint/2010/main" val="457071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E9DA0-C68E-23CF-1F69-7E0B71DDB44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5E1A2A2A-42AB-C4B6-861F-C6490D365813}"/>
              </a:ext>
            </a:extLst>
          </p:cNvPr>
          <p:cNvSpPr>
            <a:spLocks noGrp="1"/>
          </p:cNvSpPr>
          <p:nvPr>
            <p:ph idx="1"/>
          </p:nvPr>
        </p:nvSpPr>
        <p:spPr>
          <a:xfrm>
            <a:off x="252000" y="1156787"/>
            <a:ext cx="8630431" cy="5456955"/>
          </a:xfrm>
        </p:spPr>
        <p:txBody>
          <a:bodyPr>
            <a:normAutofit/>
          </a:bodyPr>
          <a:lstStyle/>
          <a:p>
            <a:pPr marL="288000" lvl="0" indent="-288000" algn="just" defTabSz="914400" eaLnBrk="0" fontAlgn="base" hangingPunct="0">
              <a:lnSpc>
                <a:spcPct val="100000"/>
              </a:lnSpc>
              <a:spcBef>
                <a:spcPts val="600"/>
              </a:spcBef>
              <a:spcAft>
                <a:spcPct val="0"/>
              </a:spcAft>
              <a:buFontTx/>
              <a:buChar char="•"/>
            </a:pPr>
            <a:r>
              <a:rPr lang="zh-CN" altLang="en-US" dirty="0">
                <a:solidFill>
                  <a:srgbClr val="000000"/>
                </a:solidFill>
                <a:latin typeface="Times New Roman" panose="02020603050405020304" pitchFamily="18" charset="0"/>
                <a:ea typeface="宋体"/>
                <a:cs typeface="Times New Roman" panose="02020603050405020304" pitchFamily="18" charset="0"/>
              </a:rPr>
              <a:t>自</a:t>
            </a:r>
            <a:r>
              <a:rPr lang="en-US" altLang="zh-CN" dirty="0">
                <a:solidFill>
                  <a:srgbClr val="000000"/>
                </a:solidFill>
                <a:latin typeface="Times New Roman" panose="02020603050405020304" pitchFamily="18" charset="0"/>
                <a:ea typeface="宋体"/>
                <a:cs typeface="Times New Roman" panose="02020603050405020304" pitchFamily="18" charset="0"/>
              </a:rPr>
              <a:t>1991</a:t>
            </a:r>
            <a:r>
              <a:rPr lang="zh-CN" altLang="en-US" dirty="0">
                <a:solidFill>
                  <a:srgbClr val="000000"/>
                </a:solidFill>
                <a:latin typeface="Times New Roman" panose="02020603050405020304" pitchFamily="18" charset="0"/>
                <a:ea typeface="宋体"/>
                <a:cs typeface="Times New Roman" panose="02020603050405020304" pitchFamily="18" charset="0"/>
              </a:rPr>
              <a:t>年罗苏姆公开</a:t>
            </a:r>
            <a:r>
              <a:rPr lang="en-US" altLang="zh-CN" dirty="0">
                <a:solidFill>
                  <a:srgbClr val="000000"/>
                </a:solidFill>
                <a:cs typeface="Times New Roman" panose="02020603050405020304" pitchFamily="18" charset="0"/>
              </a:rPr>
              <a:t>Python</a:t>
            </a:r>
            <a:r>
              <a:rPr lang="zh-CN" altLang="en-US" dirty="0">
                <a:solidFill>
                  <a:srgbClr val="000000"/>
                </a:solidFill>
                <a:latin typeface="Times New Roman" panose="02020603050405020304" pitchFamily="18" charset="0"/>
                <a:ea typeface="宋体"/>
                <a:cs typeface="Times New Roman" panose="02020603050405020304" pitchFamily="18" charset="0"/>
              </a:rPr>
              <a:t>项目以来，</a:t>
            </a:r>
            <a:r>
              <a:rPr lang="en-US" altLang="zh-CN" dirty="0">
                <a:solidFill>
                  <a:srgbClr val="000000"/>
                </a:solidFill>
                <a:cs typeface="Times New Roman" panose="02020603050405020304" pitchFamily="18" charset="0"/>
              </a:rPr>
              <a:t>Python</a:t>
            </a:r>
            <a:r>
              <a:rPr lang="zh-CN" altLang="en-US" dirty="0">
                <a:solidFill>
                  <a:srgbClr val="000000"/>
                </a:solidFill>
                <a:latin typeface="Times New Roman" panose="02020603050405020304" pitchFamily="18" charset="0"/>
                <a:ea typeface="宋体"/>
                <a:cs typeface="Times New Roman" panose="02020603050405020304" pitchFamily="18" charset="0"/>
              </a:rPr>
              <a:t>发展迅速，版本更新频繁，至</a:t>
            </a:r>
            <a:r>
              <a:rPr lang="en-US" altLang="zh-CN" dirty="0">
                <a:solidFill>
                  <a:srgbClr val="000000"/>
                </a:solidFill>
                <a:latin typeface="Times New Roman" panose="02020603050405020304" pitchFamily="18" charset="0"/>
                <a:ea typeface="宋体"/>
                <a:cs typeface="Times New Roman" panose="02020603050405020304" pitchFamily="18" charset="0"/>
              </a:rPr>
              <a:t>2025</a:t>
            </a:r>
            <a:r>
              <a:rPr lang="zh-CN" altLang="en-US" dirty="0">
                <a:solidFill>
                  <a:srgbClr val="000000"/>
                </a:solidFill>
                <a:latin typeface="Times New Roman" panose="02020603050405020304" pitchFamily="18" charset="0"/>
                <a:ea typeface="宋体"/>
                <a:cs typeface="Times New Roman" panose="02020603050405020304" pitchFamily="18" charset="0"/>
              </a:rPr>
              <a:t>年已发布至</a:t>
            </a:r>
            <a:r>
              <a:rPr lang="en-US" altLang="zh-CN" dirty="0">
                <a:solidFill>
                  <a:srgbClr val="000000"/>
                </a:solidFill>
                <a:latin typeface="Times New Roman" panose="02020603050405020304" pitchFamily="18" charset="0"/>
                <a:ea typeface="宋体"/>
                <a:cs typeface="Times New Roman" panose="02020603050405020304" pitchFamily="18" charset="0"/>
              </a:rPr>
              <a:t>3.13</a:t>
            </a:r>
            <a:r>
              <a:rPr lang="zh-CN" altLang="en-US" dirty="0">
                <a:solidFill>
                  <a:srgbClr val="000000"/>
                </a:solidFill>
                <a:latin typeface="Times New Roman" panose="02020603050405020304" pitchFamily="18" charset="0"/>
                <a:ea typeface="宋体"/>
                <a:cs typeface="Times New Roman" panose="02020603050405020304" pitchFamily="18" charset="0"/>
              </a:rPr>
              <a:t>版本。回顾其发展历程，大致可分为三个阶段：</a:t>
            </a:r>
            <a:endParaRPr lang="en-US" altLang="zh-CN" dirty="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en-US" altLang="zh-CN" sz="2200" dirty="0">
                <a:solidFill>
                  <a:srgbClr val="FF0000"/>
                </a:solidFill>
                <a:cs typeface="Times New Roman" panose="02020603050405020304" pitchFamily="18" charset="0"/>
              </a:rPr>
              <a:t>Python 1</a:t>
            </a:r>
            <a:r>
              <a:rPr lang="en-US" altLang="zh-CN" sz="2400" dirty="0">
                <a:solidFill>
                  <a:srgbClr val="FF0000"/>
                </a:solidFill>
                <a:cs typeface="Times New Roman" panose="02020603050405020304" pitchFamily="18" charset="0"/>
              </a:rPr>
              <a:t> </a:t>
            </a:r>
            <a:r>
              <a:rPr lang="zh-CN" altLang="en-US" sz="2200" b="1" dirty="0">
                <a:solidFill>
                  <a:srgbClr val="FF0000"/>
                </a:solidFill>
                <a:latin typeface="Times New Roman" panose="02020603050405020304" pitchFamily="18" charset="0"/>
                <a:ea typeface="宋体"/>
                <a:cs typeface="Times New Roman" panose="02020603050405020304" pitchFamily="18" charset="0"/>
              </a:rPr>
              <a:t>阶段</a:t>
            </a:r>
            <a:r>
              <a:rPr lang="zh-CN" altLang="en-US" sz="2200" dirty="0">
                <a:solidFill>
                  <a:srgbClr val="FF0000"/>
                </a:solidFill>
                <a:latin typeface="Times New Roman" panose="02020603050405020304" pitchFamily="18" charset="0"/>
                <a:ea typeface="宋体"/>
                <a:cs typeface="Times New Roman" panose="02020603050405020304" pitchFamily="18" charset="0"/>
              </a:rPr>
              <a:t>（</a:t>
            </a:r>
            <a:r>
              <a:rPr lang="en-US" altLang="zh-CN" sz="2200" dirty="0">
                <a:solidFill>
                  <a:srgbClr val="FF0000"/>
                </a:solidFill>
                <a:latin typeface="Times New Roman" panose="02020603050405020304" pitchFamily="18" charset="0"/>
                <a:ea typeface="宋体"/>
                <a:cs typeface="Times New Roman" panose="02020603050405020304" pitchFamily="18" charset="0"/>
              </a:rPr>
              <a:t>1994—2000</a:t>
            </a:r>
            <a:r>
              <a:rPr lang="zh-CN" altLang="en-US" sz="2200" dirty="0">
                <a:solidFill>
                  <a:srgbClr val="FF0000"/>
                </a:solidFill>
                <a:latin typeface="Times New Roman" panose="02020603050405020304" pitchFamily="18" charset="0"/>
                <a:ea typeface="宋体"/>
                <a:cs typeface="Times New Roman" panose="02020603050405020304" pitchFamily="18" charset="0"/>
              </a:rPr>
              <a:t>年）</a:t>
            </a:r>
            <a:r>
              <a:rPr lang="zh-CN" altLang="en-US" sz="2200" dirty="0">
                <a:solidFill>
                  <a:srgbClr val="000000"/>
                </a:solidFill>
                <a:latin typeface="Times New Roman" panose="02020603050405020304" pitchFamily="18" charset="0"/>
                <a:ea typeface="宋体"/>
                <a:cs typeface="Times New Roman" panose="02020603050405020304" pitchFamily="18" charset="0"/>
              </a:rPr>
              <a:t>：</a:t>
            </a:r>
            <a:r>
              <a:rPr lang="en-US" altLang="zh-CN" sz="2200" dirty="0">
                <a:solidFill>
                  <a:srgbClr val="000000"/>
                </a:solidFill>
                <a:cs typeface="Times New Roman" panose="02020603050405020304" pitchFamily="18" charset="0"/>
              </a:rPr>
              <a:t>Python 1.0</a:t>
            </a:r>
            <a:r>
              <a:rPr lang="zh-CN" altLang="en-US" sz="2200" dirty="0">
                <a:solidFill>
                  <a:srgbClr val="000000"/>
                </a:solidFill>
                <a:cs typeface="Times New Roman" panose="02020603050405020304" pitchFamily="18" charset="0"/>
              </a:rPr>
              <a:t> </a:t>
            </a:r>
            <a:r>
              <a:rPr lang="zh-CN" altLang="en-US" sz="2200" dirty="0">
                <a:solidFill>
                  <a:srgbClr val="000000"/>
                </a:solidFill>
                <a:latin typeface="Times New Roman" panose="02020603050405020304" pitchFamily="18" charset="0"/>
                <a:ea typeface="宋体"/>
                <a:cs typeface="Times New Roman" panose="02020603050405020304" pitchFamily="18" charset="0"/>
              </a:rPr>
              <a:t>于</a:t>
            </a:r>
            <a:r>
              <a:rPr lang="en-US" altLang="zh-CN" sz="2200" dirty="0">
                <a:solidFill>
                  <a:srgbClr val="000000"/>
                </a:solidFill>
                <a:latin typeface="Times New Roman" panose="02020603050405020304" pitchFamily="18" charset="0"/>
                <a:ea typeface="宋体"/>
                <a:cs typeface="Times New Roman" panose="02020603050405020304" pitchFamily="18" charset="0"/>
              </a:rPr>
              <a:t>1994</a:t>
            </a:r>
            <a:r>
              <a:rPr lang="zh-CN" altLang="en-US" sz="2200" dirty="0">
                <a:solidFill>
                  <a:srgbClr val="000000"/>
                </a:solidFill>
                <a:latin typeface="Times New Roman" panose="02020603050405020304" pitchFamily="18" charset="0"/>
                <a:ea typeface="宋体"/>
                <a:cs typeface="Times New Roman" panose="02020603050405020304" pitchFamily="18" charset="0"/>
              </a:rPr>
              <a:t>年</a:t>
            </a:r>
            <a:r>
              <a:rPr lang="en-US" altLang="zh-CN" sz="2200" dirty="0">
                <a:solidFill>
                  <a:srgbClr val="000000"/>
                </a:solidFill>
                <a:latin typeface="Times New Roman" panose="02020603050405020304" pitchFamily="18" charset="0"/>
                <a:ea typeface="宋体"/>
                <a:cs typeface="Times New Roman" panose="02020603050405020304" pitchFamily="18" charset="0"/>
              </a:rPr>
              <a:t>1</a:t>
            </a:r>
            <a:r>
              <a:rPr lang="zh-CN" altLang="en-US" sz="2200" dirty="0">
                <a:solidFill>
                  <a:srgbClr val="000000"/>
                </a:solidFill>
                <a:latin typeface="Times New Roman" panose="02020603050405020304" pitchFamily="18" charset="0"/>
                <a:ea typeface="宋体"/>
                <a:cs typeface="Times New Roman" panose="02020603050405020304" pitchFamily="18" charset="0"/>
              </a:rPr>
              <a:t>月发布，后续主要版本包括</a:t>
            </a:r>
            <a:r>
              <a:rPr lang="en-US" altLang="zh-CN" sz="2200" dirty="0">
                <a:solidFill>
                  <a:srgbClr val="000000"/>
                </a:solidFill>
                <a:latin typeface="Times New Roman" panose="02020603050405020304" pitchFamily="18" charset="0"/>
                <a:ea typeface="宋体"/>
                <a:cs typeface="Times New Roman" panose="02020603050405020304" pitchFamily="18" charset="0"/>
              </a:rPr>
              <a:t>1996</a:t>
            </a:r>
            <a:r>
              <a:rPr lang="zh-CN" altLang="en-US" sz="2200" dirty="0">
                <a:solidFill>
                  <a:srgbClr val="000000"/>
                </a:solidFill>
                <a:latin typeface="Times New Roman" panose="02020603050405020304" pitchFamily="18" charset="0"/>
                <a:ea typeface="宋体"/>
                <a:cs typeface="Times New Roman" panose="02020603050405020304" pitchFamily="18" charset="0"/>
              </a:rPr>
              <a:t>年</a:t>
            </a:r>
            <a:r>
              <a:rPr lang="en-US" altLang="zh-CN" sz="2200" dirty="0">
                <a:solidFill>
                  <a:srgbClr val="000000"/>
                </a:solidFill>
                <a:latin typeface="Times New Roman" panose="02020603050405020304" pitchFamily="18" charset="0"/>
                <a:ea typeface="宋体"/>
                <a:cs typeface="Times New Roman" panose="02020603050405020304" pitchFamily="18" charset="0"/>
              </a:rPr>
              <a:t>10</a:t>
            </a:r>
            <a:r>
              <a:rPr lang="zh-CN" altLang="en-US" sz="2200" dirty="0">
                <a:solidFill>
                  <a:srgbClr val="000000"/>
                </a:solidFill>
                <a:latin typeface="Times New Roman" panose="02020603050405020304" pitchFamily="18" charset="0"/>
                <a:ea typeface="宋体"/>
                <a:cs typeface="Times New Roman" panose="02020603050405020304" pitchFamily="18" charset="0"/>
              </a:rPr>
              <a:t>月的</a:t>
            </a:r>
            <a:r>
              <a:rPr lang="en-US" altLang="zh-CN" sz="2200" dirty="0">
                <a:solidFill>
                  <a:srgbClr val="000000"/>
                </a:solidFill>
                <a:latin typeface="Times New Roman" panose="02020603050405020304" pitchFamily="18" charset="0"/>
                <a:ea typeface="宋体"/>
                <a:cs typeface="Times New Roman" panose="02020603050405020304" pitchFamily="18" charset="0"/>
              </a:rPr>
              <a:t>1.4</a:t>
            </a:r>
            <a:r>
              <a:rPr lang="zh-CN" altLang="en-US" sz="2200" dirty="0">
                <a:solidFill>
                  <a:srgbClr val="000000"/>
                </a:solidFill>
                <a:latin typeface="Times New Roman" panose="02020603050405020304" pitchFamily="18" charset="0"/>
                <a:ea typeface="宋体"/>
                <a:cs typeface="Times New Roman" panose="02020603050405020304" pitchFamily="18" charset="0"/>
              </a:rPr>
              <a:t>版、</a:t>
            </a:r>
            <a:r>
              <a:rPr lang="en-US" altLang="zh-CN" sz="2200" dirty="0">
                <a:solidFill>
                  <a:srgbClr val="000000"/>
                </a:solidFill>
                <a:latin typeface="Times New Roman" panose="02020603050405020304" pitchFamily="18" charset="0"/>
                <a:ea typeface="宋体"/>
                <a:cs typeface="Times New Roman" panose="02020603050405020304" pitchFamily="18" charset="0"/>
              </a:rPr>
              <a:t>1998</a:t>
            </a:r>
            <a:r>
              <a:rPr lang="zh-CN" altLang="en-US" sz="2200" dirty="0">
                <a:solidFill>
                  <a:srgbClr val="000000"/>
                </a:solidFill>
                <a:latin typeface="Times New Roman" panose="02020603050405020304" pitchFamily="18" charset="0"/>
                <a:ea typeface="宋体"/>
                <a:cs typeface="Times New Roman" panose="02020603050405020304" pitchFamily="18" charset="0"/>
              </a:rPr>
              <a:t>年</a:t>
            </a:r>
            <a:r>
              <a:rPr lang="en-US" altLang="zh-CN" sz="2200" dirty="0">
                <a:solidFill>
                  <a:srgbClr val="000000"/>
                </a:solidFill>
                <a:latin typeface="Times New Roman" panose="02020603050405020304" pitchFamily="18" charset="0"/>
                <a:ea typeface="宋体"/>
                <a:cs typeface="Times New Roman" panose="02020603050405020304" pitchFamily="18" charset="0"/>
              </a:rPr>
              <a:t>2</a:t>
            </a:r>
            <a:r>
              <a:rPr lang="zh-CN" altLang="en-US" sz="2200" dirty="0">
                <a:solidFill>
                  <a:srgbClr val="000000"/>
                </a:solidFill>
                <a:latin typeface="Times New Roman" panose="02020603050405020304" pitchFamily="18" charset="0"/>
                <a:ea typeface="宋体"/>
                <a:cs typeface="Times New Roman" panose="02020603050405020304" pitchFamily="18" charset="0"/>
              </a:rPr>
              <a:t>月的</a:t>
            </a:r>
            <a:r>
              <a:rPr lang="en-US" altLang="zh-CN" sz="2200" dirty="0">
                <a:solidFill>
                  <a:srgbClr val="000000"/>
                </a:solidFill>
                <a:latin typeface="Times New Roman" panose="02020603050405020304" pitchFamily="18" charset="0"/>
                <a:ea typeface="宋体"/>
                <a:cs typeface="Times New Roman" panose="02020603050405020304" pitchFamily="18" charset="0"/>
              </a:rPr>
              <a:t>1.5</a:t>
            </a:r>
            <a:r>
              <a:rPr lang="zh-CN" altLang="en-US" sz="2200" dirty="0">
                <a:solidFill>
                  <a:srgbClr val="000000"/>
                </a:solidFill>
                <a:latin typeface="Times New Roman" panose="02020603050405020304" pitchFamily="18" charset="0"/>
                <a:ea typeface="宋体"/>
                <a:cs typeface="Times New Roman" panose="02020603050405020304" pitchFamily="18" charset="0"/>
              </a:rPr>
              <a:t>版和</a:t>
            </a:r>
            <a:r>
              <a:rPr lang="en-US" altLang="zh-CN" sz="2200" dirty="0">
                <a:solidFill>
                  <a:srgbClr val="000000"/>
                </a:solidFill>
                <a:latin typeface="Times New Roman" panose="02020603050405020304" pitchFamily="18" charset="0"/>
                <a:ea typeface="宋体"/>
                <a:cs typeface="Times New Roman" panose="02020603050405020304" pitchFamily="18" charset="0"/>
              </a:rPr>
              <a:t>2000</a:t>
            </a:r>
            <a:r>
              <a:rPr lang="zh-CN" altLang="en-US" sz="2200" dirty="0">
                <a:solidFill>
                  <a:srgbClr val="000000"/>
                </a:solidFill>
                <a:latin typeface="Times New Roman" panose="02020603050405020304" pitchFamily="18" charset="0"/>
                <a:ea typeface="宋体"/>
                <a:cs typeface="Times New Roman" panose="02020603050405020304" pitchFamily="18" charset="0"/>
              </a:rPr>
              <a:t>年</a:t>
            </a:r>
            <a:r>
              <a:rPr lang="en-US" altLang="zh-CN" sz="2200" dirty="0">
                <a:solidFill>
                  <a:srgbClr val="000000"/>
                </a:solidFill>
                <a:latin typeface="Times New Roman" panose="02020603050405020304" pitchFamily="18" charset="0"/>
                <a:ea typeface="宋体"/>
                <a:cs typeface="Times New Roman" panose="02020603050405020304" pitchFamily="18" charset="0"/>
              </a:rPr>
              <a:t>9</a:t>
            </a:r>
            <a:r>
              <a:rPr lang="zh-CN" altLang="en-US" sz="2200" dirty="0">
                <a:solidFill>
                  <a:srgbClr val="000000"/>
                </a:solidFill>
                <a:latin typeface="Times New Roman" panose="02020603050405020304" pitchFamily="18" charset="0"/>
                <a:ea typeface="宋体"/>
                <a:cs typeface="Times New Roman" panose="02020603050405020304" pitchFamily="18" charset="0"/>
              </a:rPr>
              <a:t>月的</a:t>
            </a:r>
            <a:r>
              <a:rPr lang="en-US" altLang="zh-CN" sz="2200" dirty="0">
                <a:solidFill>
                  <a:srgbClr val="000000"/>
                </a:solidFill>
                <a:latin typeface="Times New Roman" panose="02020603050405020304" pitchFamily="18" charset="0"/>
                <a:ea typeface="宋体"/>
                <a:cs typeface="Times New Roman" panose="02020603050405020304" pitchFamily="18" charset="0"/>
              </a:rPr>
              <a:t>1.6</a:t>
            </a:r>
            <a:r>
              <a:rPr lang="zh-CN" altLang="en-US" sz="2200" dirty="0">
                <a:solidFill>
                  <a:srgbClr val="000000"/>
                </a:solidFill>
                <a:latin typeface="Times New Roman" panose="02020603050405020304" pitchFamily="18" charset="0"/>
                <a:ea typeface="宋体"/>
                <a:cs typeface="Times New Roman" panose="02020603050405020304" pitchFamily="18" charset="0"/>
              </a:rPr>
              <a:t>版。</a:t>
            </a:r>
            <a:r>
              <a:rPr lang="en-US" altLang="zh-CN" sz="2200" dirty="0">
                <a:solidFill>
                  <a:srgbClr val="000000"/>
                </a:solidFill>
                <a:cs typeface="Times New Roman" panose="02020603050405020304" pitchFamily="18" charset="0"/>
              </a:rPr>
              <a:t>Python 1.x </a:t>
            </a:r>
            <a:r>
              <a:rPr lang="zh-CN" altLang="en-US" sz="2200" dirty="0">
                <a:solidFill>
                  <a:srgbClr val="000000"/>
                </a:solidFill>
                <a:latin typeface="Times New Roman" panose="02020603050405020304" pitchFamily="18" charset="0"/>
                <a:ea typeface="宋体"/>
                <a:cs typeface="Times New Roman" panose="02020603050405020304" pitchFamily="18" charset="0"/>
              </a:rPr>
              <a:t>尚不完善，且与日后版本差异较大，目前已被淘汰</a:t>
            </a:r>
          </a:p>
          <a:p>
            <a:pPr marL="720000" lvl="1" indent="-288000" defTabSz="914400" eaLnBrk="0" fontAlgn="base" hangingPunct="0">
              <a:lnSpc>
                <a:spcPct val="100000"/>
              </a:lnSpc>
              <a:spcBef>
                <a:spcPts val="600"/>
              </a:spcBef>
              <a:spcAft>
                <a:spcPct val="0"/>
              </a:spcAft>
              <a:buFontTx/>
              <a:buChar char="–"/>
            </a:pPr>
            <a:r>
              <a:rPr lang="en-US" altLang="zh-CN" sz="2200" dirty="0">
                <a:solidFill>
                  <a:srgbClr val="FF0000"/>
                </a:solidFill>
                <a:cs typeface="Times New Roman" panose="02020603050405020304" pitchFamily="18" charset="0"/>
              </a:rPr>
              <a:t>Python 2 </a:t>
            </a:r>
            <a:r>
              <a:rPr lang="zh-CN" altLang="en-US" sz="2200" b="1" dirty="0">
                <a:solidFill>
                  <a:srgbClr val="FF0000"/>
                </a:solidFill>
                <a:latin typeface="Times New Roman" panose="02020603050405020304" pitchFamily="18" charset="0"/>
                <a:ea typeface="宋体"/>
                <a:cs typeface="Times New Roman" panose="02020603050405020304" pitchFamily="18" charset="0"/>
              </a:rPr>
              <a:t>阶段</a:t>
            </a:r>
            <a:r>
              <a:rPr lang="zh-CN" altLang="en-US" sz="2200" dirty="0">
                <a:solidFill>
                  <a:srgbClr val="FF0000"/>
                </a:solidFill>
                <a:latin typeface="Times New Roman" panose="02020603050405020304" pitchFamily="18" charset="0"/>
                <a:ea typeface="宋体"/>
                <a:cs typeface="Times New Roman" panose="02020603050405020304" pitchFamily="18" charset="0"/>
              </a:rPr>
              <a:t>（</a:t>
            </a:r>
            <a:r>
              <a:rPr lang="en-US" altLang="zh-CN" sz="2200" dirty="0">
                <a:solidFill>
                  <a:srgbClr val="FF0000"/>
                </a:solidFill>
                <a:latin typeface="Times New Roman" panose="02020603050405020304" pitchFamily="18" charset="0"/>
                <a:ea typeface="宋体"/>
                <a:cs typeface="Times New Roman" panose="02020603050405020304" pitchFamily="18" charset="0"/>
              </a:rPr>
              <a:t>2000—2020</a:t>
            </a:r>
            <a:r>
              <a:rPr lang="zh-CN" altLang="en-US" sz="2200" dirty="0">
                <a:solidFill>
                  <a:srgbClr val="FF0000"/>
                </a:solidFill>
                <a:latin typeface="Times New Roman" panose="02020603050405020304" pitchFamily="18" charset="0"/>
                <a:ea typeface="宋体"/>
                <a:cs typeface="Times New Roman" panose="02020603050405020304" pitchFamily="18" charset="0"/>
              </a:rPr>
              <a:t>年）</a:t>
            </a:r>
            <a:r>
              <a:rPr lang="zh-CN" altLang="en-US" sz="2200" dirty="0">
                <a:solidFill>
                  <a:srgbClr val="000000"/>
                </a:solidFill>
                <a:latin typeface="Times New Roman" panose="02020603050405020304" pitchFamily="18" charset="0"/>
                <a:ea typeface="宋体"/>
                <a:cs typeface="Times New Roman" panose="02020603050405020304" pitchFamily="18" charset="0"/>
              </a:rPr>
              <a:t>：</a:t>
            </a:r>
            <a:r>
              <a:rPr lang="en-US" altLang="zh-CN" sz="2200" dirty="0">
                <a:solidFill>
                  <a:srgbClr val="0070C0"/>
                </a:solidFill>
                <a:cs typeface="Times New Roman" panose="02020603050405020304" pitchFamily="18" charset="0"/>
              </a:rPr>
              <a:t>Python</a:t>
            </a:r>
            <a:r>
              <a:rPr lang="zh-CN" altLang="en-US" sz="2200" dirty="0">
                <a:solidFill>
                  <a:srgbClr val="0070C0"/>
                </a:solidFill>
                <a:latin typeface="Times New Roman" panose="02020603050405020304" pitchFamily="18" charset="0"/>
                <a:ea typeface="宋体"/>
                <a:cs typeface="Times New Roman" panose="02020603050405020304" pitchFamily="18" charset="0"/>
              </a:rPr>
              <a:t>官方对</a:t>
            </a:r>
            <a:r>
              <a:rPr lang="en-US" altLang="zh-CN" sz="2200" dirty="0">
                <a:solidFill>
                  <a:srgbClr val="0070C0"/>
                </a:solidFill>
                <a:cs typeface="Times New Roman" panose="02020603050405020304" pitchFamily="18" charset="0"/>
              </a:rPr>
              <a:t>Python 2.7</a:t>
            </a:r>
            <a:r>
              <a:rPr lang="zh-CN" altLang="en-US" sz="2200" dirty="0">
                <a:solidFill>
                  <a:srgbClr val="0070C0"/>
                </a:solidFill>
                <a:latin typeface="Times New Roman" panose="02020603050405020304" pitchFamily="18" charset="0"/>
                <a:ea typeface="宋体"/>
                <a:cs typeface="Times New Roman" panose="02020603050405020304" pitchFamily="18" charset="0"/>
              </a:rPr>
              <a:t>的支持于</a:t>
            </a:r>
            <a:r>
              <a:rPr lang="en-US" altLang="zh-CN" sz="2200" dirty="0">
                <a:solidFill>
                  <a:srgbClr val="0070C0"/>
                </a:solidFill>
                <a:latin typeface="Times New Roman" panose="02020603050405020304" pitchFamily="18" charset="0"/>
                <a:ea typeface="宋体"/>
                <a:cs typeface="Times New Roman" panose="02020603050405020304" pitchFamily="18" charset="0"/>
              </a:rPr>
              <a:t>2020</a:t>
            </a:r>
            <a:r>
              <a:rPr lang="zh-CN" altLang="en-US" sz="2200" dirty="0">
                <a:solidFill>
                  <a:srgbClr val="0070C0"/>
                </a:solidFill>
                <a:latin typeface="Times New Roman" panose="02020603050405020304" pitchFamily="18" charset="0"/>
                <a:ea typeface="宋体"/>
                <a:cs typeface="Times New Roman" panose="02020603050405020304" pitchFamily="18" charset="0"/>
              </a:rPr>
              <a:t>年</a:t>
            </a:r>
            <a:r>
              <a:rPr lang="en-US" altLang="zh-CN" sz="2200" dirty="0">
                <a:solidFill>
                  <a:srgbClr val="0070C0"/>
                </a:solidFill>
                <a:latin typeface="Times New Roman" panose="02020603050405020304" pitchFamily="18" charset="0"/>
                <a:ea typeface="宋体"/>
                <a:cs typeface="Times New Roman" panose="02020603050405020304" pitchFamily="18" charset="0"/>
              </a:rPr>
              <a:t>1</a:t>
            </a:r>
            <a:r>
              <a:rPr lang="zh-CN" altLang="en-US" sz="2200" dirty="0">
                <a:solidFill>
                  <a:srgbClr val="0070C0"/>
                </a:solidFill>
                <a:latin typeface="Times New Roman" panose="02020603050405020304" pitchFamily="18" charset="0"/>
                <a:ea typeface="宋体"/>
                <a:cs typeface="Times New Roman" panose="02020603050405020304" pitchFamily="18" charset="0"/>
              </a:rPr>
              <a:t>月</a:t>
            </a:r>
            <a:r>
              <a:rPr lang="en-US" altLang="zh-CN" sz="2200" dirty="0">
                <a:solidFill>
                  <a:srgbClr val="0070C0"/>
                </a:solidFill>
                <a:latin typeface="Times New Roman" panose="02020603050405020304" pitchFamily="18" charset="0"/>
                <a:ea typeface="宋体"/>
                <a:cs typeface="Times New Roman" panose="02020603050405020304" pitchFamily="18" charset="0"/>
              </a:rPr>
              <a:t>1</a:t>
            </a:r>
            <a:r>
              <a:rPr lang="zh-CN" altLang="en-US" sz="2200" dirty="0">
                <a:solidFill>
                  <a:srgbClr val="0070C0"/>
                </a:solidFill>
                <a:latin typeface="Times New Roman" panose="02020603050405020304" pitchFamily="18" charset="0"/>
                <a:ea typeface="宋体"/>
                <a:cs typeface="Times New Roman" panose="02020603050405020304" pitchFamily="18" charset="0"/>
              </a:rPr>
              <a:t>日正式终止</a:t>
            </a:r>
            <a:r>
              <a:rPr lang="zh-CN" altLang="en-US" sz="2200" dirty="0">
                <a:solidFill>
                  <a:srgbClr val="000000"/>
                </a:solidFill>
                <a:latin typeface="Times New Roman" panose="02020603050405020304" pitchFamily="18" charset="0"/>
                <a:ea typeface="宋体"/>
                <a:cs typeface="Times New Roman" panose="02020603050405020304" pitchFamily="18" charset="0"/>
              </a:rPr>
              <a:t>，</a:t>
            </a:r>
            <a:r>
              <a:rPr lang="en-US" altLang="zh-CN" sz="2200" dirty="0">
                <a:solidFill>
                  <a:srgbClr val="000000"/>
                </a:solidFill>
                <a:cs typeface="Times New Roman" panose="02020603050405020304" pitchFamily="18" charset="0"/>
              </a:rPr>
              <a:t>Python 2.x </a:t>
            </a:r>
            <a:r>
              <a:rPr lang="zh-CN" altLang="en-US" sz="2200" dirty="0">
                <a:solidFill>
                  <a:srgbClr val="000000"/>
                </a:solidFill>
                <a:latin typeface="Times New Roman" panose="02020603050405020304" pitchFamily="18" charset="0"/>
                <a:ea typeface="宋体"/>
                <a:cs typeface="Times New Roman" panose="02020603050405020304" pitchFamily="18" charset="0"/>
              </a:rPr>
              <a:t>系列的最终版本</a:t>
            </a:r>
            <a:r>
              <a:rPr lang="en-US" altLang="zh-CN" sz="2200" dirty="0">
                <a:solidFill>
                  <a:srgbClr val="000000"/>
                </a:solidFill>
                <a:cs typeface="Times New Roman" panose="02020603050405020304" pitchFamily="18" charset="0"/>
              </a:rPr>
              <a:t>Python 2.7.18 </a:t>
            </a:r>
            <a:r>
              <a:rPr lang="zh-CN" altLang="en-US" sz="2200" dirty="0">
                <a:solidFill>
                  <a:srgbClr val="000000"/>
                </a:solidFill>
                <a:latin typeface="Times New Roman" panose="02020603050405020304" pitchFamily="18" charset="0"/>
                <a:ea typeface="宋体"/>
                <a:cs typeface="Times New Roman" panose="02020603050405020304" pitchFamily="18" charset="0"/>
              </a:rPr>
              <a:t>于</a:t>
            </a:r>
            <a:r>
              <a:rPr lang="en-US" altLang="zh-CN" sz="2200" dirty="0">
                <a:solidFill>
                  <a:srgbClr val="000000"/>
                </a:solidFill>
                <a:latin typeface="Times New Roman" panose="02020603050405020304" pitchFamily="18" charset="0"/>
                <a:ea typeface="宋体"/>
                <a:cs typeface="Times New Roman" panose="02020603050405020304" pitchFamily="18" charset="0"/>
              </a:rPr>
              <a:t>2020</a:t>
            </a:r>
            <a:r>
              <a:rPr lang="zh-CN" altLang="en-US" sz="2200" dirty="0">
                <a:solidFill>
                  <a:srgbClr val="000000"/>
                </a:solidFill>
                <a:latin typeface="Times New Roman" panose="02020603050405020304" pitchFamily="18" charset="0"/>
                <a:ea typeface="宋体"/>
                <a:cs typeface="Times New Roman" panose="02020603050405020304" pitchFamily="18" charset="0"/>
              </a:rPr>
              <a:t>年</a:t>
            </a:r>
            <a:r>
              <a:rPr lang="en-US" altLang="zh-CN" sz="2200" dirty="0">
                <a:solidFill>
                  <a:srgbClr val="000000"/>
                </a:solidFill>
                <a:latin typeface="Times New Roman" panose="02020603050405020304" pitchFamily="18" charset="0"/>
                <a:ea typeface="宋体"/>
                <a:cs typeface="Times New Roman" panose="02020603050405020304" pitchFamily="18" charset="0"/>
              </a:rPr>
              <a:t>4</a:t>
            </a:r>
            <a:r>
              <a:rPr lang="zh-CN" altLang="en-US" sz="2200" dirty="0">
                <a:solidFill>
                  <a:srgbClr val="000000"/>
                </a:solidFill>
                <a:latin typeface="Times New Roman" panose="02020603050405020304" pitchFamily="18" charset="0"/>
                <a:ea typeface="宋体"/>
                <a:cs typeface="Times New Roman" panose="02020603050405020304" pitchFamily="18" charset="0"/>
              </a:rPr>
              <a:t>月发布，这标志</a:t>
            </a:r>
            <a:r>
              <a:rPr lang="en-US" altLang="zh-CN" sz="2200" dirty="0">
                <a:solidFill>
                  <a:srgbClr val="000000"/>
                </a:solidFill>
                <a:cs typeface="Times New Roman" panose="02020603050405020304" pitchFamily="18" charset="0"/>
              </a:rPr>
              <a:t>Python 2 </a:t>
            </a:r>
            <a:r>
              <a:rPr lang="zh-CN" altLang="en-US" sz="2200" dirty="0">
                <a:solidFill>
                  <a:srgbClr val="000000"/>
                </a:solidFill>
                <a:latin typeface="Times New Roman" panose="02020603050405020304" pitchFamily="18" charset="0"/>
                <a:ea typeface="宋体"/>
                <a:cs typeface="Times New Roman" panose="02020603050405020304" pitchFamily="18" charset="0"/>
              </a:rPr>
              <a:t>时代的终结</a:t>
            </a:r>
            <a:endParaRPr lang="en-US" altLang="zh-CN" sz="2200" dirty="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en-US" altLang="zh-CN" sz="2200" dirty="0">
                <a:solidFill>
                  <a:srgbClr val="FF0000"/>
                </a:solidFill>
                <a:cs typeface="Times New Roman" panose="02020603050405020304" pitchFamily="18" charset="0"/>
              </a:rPr>
              <a:t>Python 3</a:t>
            </a:r>
            <a:r>
              <a:rPr lang="en-US" altLang="zh-CN" sz="2200" b="1" dirty="0">
                <a:solidFill>
                  <a:srgbClr val="FF0000"/>
                </a:solidFill>
                <a:latin typeface="Times New Roman" panose="02020603050405020304" pitchFamily="18" charset="0"/>
                <a:ea typeface="宋体"/>
                <a:cs typeface="Times New Roman" panose="02020603050405020304" pitchFamily="18" charset="0"/>
              </a:rPr>
              <a:t> </a:t>
            </a:r>
            <a:r>
              <a:rPr lang="zh-CN" altLang="en-US" sz="2200" b="1" dirty="0">
                <a:solidFill>
                  <a:srgbClr val="FF0000"/>
                </a:solidFill>
                <a:latin typeface="Times New Roman" panose="02020603050405020304" pitchFamily="18" charset="0"/>
                <a:ea typeface="宋体"/>
                <a:cs typeface="Times New Roman" panose="02020603050405020304" pitchFamily="18" charset="0"/>
              </a:rPr>
              <a:t>阶段</a:t>
            </a:r>
            <a:r>
              <a:rPr lang="zh-CN" altLang="en-US" sz="2200" dirty="0">
                <a:solidFill>
                  <a:srgbClr val="FF0000"/>
                </a:solidFill>
                <a:latin typeface="Times New Roman" panose="02020603050405020304" pitchFamily="18" charset="0"/>
                <a:ea typeface="宋体"/>
                <a:cs typeface="Times New Roman" panose="02020603050405020304" pitchFamily="18" charset="0"/>
              </a:rPr>
              <a:t>（</a:t>
            </a:r>
            <a:r>
              <a:rPr lang="en-US" altLang="zh-CN" sz="2200" dirty="0">
                <a:solidFill>
                  <a:srgbClr val="FF0000"/>
                </a:solidFill>
                <a:latin typeface="Times New Roman" panose="02020603050405020304" pitchFamily="18" charset="0"/>
                <a:ea typeface="宋体"/>
                <a:cs typeface="Times New Roman" panose="02020603050405020304" pitchFamily="18" charset="0"/>
              </a:rPr>
              <a:t>2008</a:t>
            </a:r>
            <a:r>
              <a:rPr lang="zh-CN" altLang="en-US" sz="2200" dirty="0">
                <a:solidFill>
                  <a:srgbClr val="FF0000"/>
                </a:solidFill>
                <a:latin typeface="Times New Roman" panose="02020603050405020304" pitchFamily="18" charset="0"/>
                <a:ea typeface="宋体"/>
                <a:cs typeface="Times New Roman" panose="02020603050405020304" pitchFamily="18" charset="0"/>
              </a:rPr>
              <a:t>年至今）</a:t>
            </a:r>
            <a:r>
              <a:rPr lang="zh-CN" altLang="en-US" sz="2200" dirty="0">
                <a:solidFill>
                  <a:srgbClr val="000000"/>
                </a:solidFill>
                <a:latin typeface="Times New Roman" panose="02020603050405020304" pitchFamily="18" charset="0"/>
                <a:ea typeface="宋体"/>
                <a:cs typeface="Times New Roman" panose="02020603050405020304" pitchFamily="18" charset="0"/>
              </a:rPr>
              <a:t>：</a:t>
            </a:r>
            <a:r>
              <a:rPr lang="en-US" altLang="zh-CN" sz="2200" dirty="0">
                <a:solidFill>
                  <a:srgbClr val="000000"/>
                </a:solidFill>
                <a:cs typeface="Times New Roman" panose="02020603050405020304" pitchFamily="18" charset="0"/>
              </a:rPr>
              <a:t>Python 3.0</a:t>
            </a:r>
            <a:r>
              <a:rPr lang="zh-CN" altLang="en-US" sz="2200" dirty="0">
                <a:solidFill>
                  <a:srgbClr val="000000"/>
                </a:solidFill>
                <a:latin typeface="Times New Roman" panose="02020603050405020304" pitchFamily="18" charset="0"/>
                <a:ea typeface="宋体"/>
                <a:cs typeface="Times New Roman" panose="02020603050405020304" pitchFamily="18" charset="0"/>
              </a:rPr>
              <a:t>作为一个划时代的版本于</a:t>
            </a:r>
            <a:r>
              <a:rPr lang="en-US" altLang="zh-CN" sz="2200" dirty="0">
                <a:solidFill>
                  <a:srgbClr val="000000"/>
                </a:solidFill>
                <a:latin typeface="Times New Roman" panose="02020603050405020304" pitchFamily="18" charset="0"/>
                <a:ea typeface="宋体"/>
                <a:cs typeface="Times New Roman" panose="02020603050405020304" pitchFamily="18" charset="0"/>
              </a:rPr>
              <a:t>2008</a:t>
            </a:r>
            <a:r>
              <a:rPr lang="zh-CN" altLang="en-US" sz="2200" dirty="0">
                <a:solidFill>
                  <a:srgbClr val="000000"/>
                </a:solidFill>
                <a:latin typeface="Times New Roman" panose="02020603050405020304" pitchFamily="18" charset="0"/>
                <a:ea typeface="宋体"/>
                <a:cs typeface="Times New Roman" panose="02020603050405020304" pitchFamily="18" charset="0"/>
              </a:rPr>
              <a:t>年</a:t>
            </a:r>
            <a:r>
              <a:rPr lang="en-US" altLang="zh-CN" sz="2200" dirty="0">
                <a:solidFill>
                  <a:srgbClr val="000000"/>
                </a:solidFill>
                <a:latin typeface="Times New Roman" panose="02020603050405020304" pitchFamily="18" charset="0"/>
                <a:ea typeface="宋体"/>
                <a:cs typeface="Times New Roman" panose="02020603050405020304" pitchFamily="18" charset="0"/>
              </a:rPr>
              <a:t>12</a:t>
            </a:r>
            <a:r>
              <a:rPr lang="zh-CN" altLang="en-US" sz="2200" dirty="0">
                <a:solidFill>
                  <a:srgbClr val="000000"/>
                </a:solidFill>
                <a:latin typeface="Times New Roman" panose="02020603050405020304" pitchFamily="18" charset="0"/>
                <a:ea typeface="宋体"/>
                <a:cs typeface="Times New Roman" panose="02020603050405020304" pitchFamily="18" charset="0"/>
              </a:rPr>
              <a:t>月发布，纠正了</a:t>
            </a:r>
            <a:r>
              <a:rPr lang="en-US" altLang="zh-CN" sz="2200" dirty="0">
                <a:solidFill>
                  <a:srgbClr val="000000"/>
                </a:solidFill>
                <a:cs typeface="Times New Roman" panose="02020603050405020304" pitchFamily="18" charset="0"/>
              </a:rPr>
              <a:t>Python</a:t>
            </a:r>
            <a:r>
              <a:rPr lang="zh-CN" altLang="en-US" sz="2200" dirty="0">
                <a:solidFill>
                  <a:srgbClr val="000000"/>
                </a:solidFill>
                <a:latin typeface="Times New Roman" panose="02020603050405020304" pitchFamily="18" charset="0"/>
                <a:ea typeface="宋体"/>
                <a:cs typeface="Times New Roman" panose="02020603050405020304" pitchFamily="18" charset="0"/>
              </a:rPr>
              <a:t>语言的一些设计缺陷。</a:t>
            </a:r>
            <a:r>
              <a:rPr lang="zh-CN" altLang="zh-CN" sz="2200" kern="100" spc="10" dirty="0">
                <a:latin typeface="Times New Roman" panose="02020603050405020304" pitchFamily="18" charset="0"/>
                <a:cs typeface="Times New Roman" panose="02020603050405020304" pitchFamily="18" charset="0"/>
              </a:rPr>
              <a:t>未来对</a:t>
            </a:r>
            <a:r>
              <a:rPr lang="en-US" altLang="zh-CN" sz="2200" dirty="0">
                <a:solidFill>
                  <a:srgbClr val="000000"/>
                </a:solidFill>
                <a:cs typeface="Times New Roman" panose="02020603050405020304" pitchFamily="18" charset="0"/>
              </a:rPr>
              <a:t>Python</a:t>
            </a:r>
            <a:r>
              <a:rPr lang="zh-CN" altLang="zh-CN" sz="2200" kern="100" spc="10" dirty="0">
                <a:latin typeface="Times New Roman" panose="02020603050405020304" pitchFamily="18" charset="0"/>
                <a:cs typeface="Times New Roman" panose="02020603050405020304" pitchFamily="18" charset="0"/>
              </a:rPr>
              <a:t>的开发和改进都将在</a:t>
            </a:r>
            <a:r>
              <a:rPr lang="en-US" altLang="zh-CN" sz="2200" dirty="0">
                <a:solidFill>
                  <a:srgbClr val="000000"/>
                </a:solidFill>
                <a:cs typeface="Times New Roman" panose="02020603050405020304" pitchFamily="18" charset="0"/>
              </a:rPr>
              <a:t>Python 3.x</a:t>
            </a:r>
            <a:r>
              <a:rPr lang="en-US" altLang="zh-CN" sz="2200" kern="100" spc="10" dirty="0">
                <a:latin typeface="Times New Roman" panose="02020603050405020304" pitchFamily="18" charset="0"/>
              </a:rPr>
              <a:t> </a:t>
            </a:r>
            <a:r>
              <a:rPr lang="zh-CN" altLang="zh-CN" sz="2200" kern="100" spc="10" dirty="0">
                <a:latin typeface="Times New Roman" panose="02020603050405020304" pitchFamily="18" charset="0"/>
                <a:cs typeface="Times New Roman" panose="02020603050405020304" pitchFamily="18" charset="0"/>
              </a:rPr>
              <a:t>系列中进行</a:t>
            </a:r>
            <a:endParaRPr lang="en-US" altLang="zh-CN" sz="2200" kern="100" spc="10" dirty="0">
              <a:latin typeface="Times New Roman" panose="02020603050405020304" pitchFamily="18" charset="0"/>
              <a:cs typeface="Times New Roman" panose="02020603050405020304" pitchFamily="18" charset="0"/>
            </a:endParaRPr>
          </a:p>
        </p:txBody>
      </p:sp>
      <p:sp>
        <p:nvSpPr>
          <p:cNvPr id="3" name="标题 2">
            <a:extLst>
              <a:ext uri="{FF2B5EF4-FFF2-40B4-BE49-F238E27FC236}">
                <a16:creationId xmlns:a16="http://schemas.microsoft.com/office/drawing/2014/main" id="{8D98EAE0-1329-5BDB-E6DA-88FD2425373F}"/>
              </a:ext>
            </a:extLst>
          </p:cNvPr>
          <p:cNvSpPr>
            <a:spLocks noGrp="1"/>
          </p:cNvSpPr>
          <p:nvPr>
            <p:ph type="title"/>
          </p:nvPr>
        </p:nvSpPr>
        <p:spPr>
          <a:xfrm>
            <a:off x="252000" y="244258"/>
            <a:ext cx="8630432" cy="912529"/>
          </a:xfrm>
        </p:spPr>
        <p:txBody>
          <a:bodyPr>
            <a:normAutofit/>
          </a:bodyPr>
          <a:lstStyle/>
          <a:p>
            <a:r>
              <a:rPr lang="en-US" altLang="zh-CN" sz="4400">
                <a:cs typeface="Times New Roman" panose="02020603050405020304" pitchFamily="18" charset="0"/>
              </a:rPr>
              <a:t>Python</a:t>
            </a:r>
            <a:r>
              <a:rPr lang="zh-CN" altLang="en-US" sz="4400">
                <a:latin typeface="Times New Roman" panose="02020603050405020304" pitchFamily="18" charset="0"/>
                <a:cs typeface="Times New Roman" panose="02020603050405020304" pitchFamily="18" charset="0"/>
              </a:rPr>
              <a:t>版本</a:t>
            </a:r>
          </a:p>
        </p:txBody>
      </p:sp>
    </p:spTree>
    <p:extLst>
      <p:ext uri="{BB962C8B-B14F-4D97-AF65-F5344CB8AC3E}">
        <p14:creationId xmlns:p14="http://schemas.microsoft.com/office/powerpoint/2010/main" val="2014846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7D2922F-1698-4C7E-8072-C5442BDED6F4}"/>
              </a:ext>
            </a:extLst>
          </p:cNvPr>
          <p:cNvSpPr>
            <a:spLocks noGrp="1"/>
          </p:cNvSpPr>
          <p:nvPr>
            <p:ph idx="1"/>
          </p:nvPr>
        </p:nvSpPr>
        <p:spPr>
          <a:xfrm>
            <a:off x="252000" y="1156787"/>
            <a:ext cx="8630431" cy="5456955"/>
          </a:xfrm>
        </p:spPr>
        <p:txBody>
          <a:bodyPr>
            <a:normAutofit/>
          </a:bodyPr>
          <a:lstStyle/>
          <a:p>
            <a:pPr marL="288000" lvl="0" indent="-288000" algn="just" defTabSz="914400" eaLnBrk="0" fontAlgn="base" hangingPunct="0">
              <a:lnSpc>
                <a:spcPct val="100000"/>
              </a:lnSpc>
              <a:spcBef>
                <a:spcPts val="600"/>
              </a:spcBef>
              <a:spcAft>
                <a:spcPct val="0"/>
              </a:spcAft>
              <a:buFontTx/>
              <a:buChar char="•"/>
            </a:pPr>
            <a:r>
              <a:rPr lang="en-US" altLang="zh-CN">
                <a:solidFill>
                  <a:srgbClr val="000000"/>
                </a:solidFill>
                <a:cs typeface="Times New Roman" panose="02020603050405020304" pitchFamily="18" charset="0"/>
              </a:rPr>
              <a:t>Python</a:t>
            </a:r>
            <a:r>
              <a:rPr lang="zh-CN" altLang="en-US">
                <a:solidFill>
                  <a:srgbClr val="000000"/>
                </a:solidFill>
                <a:latin typeface="Times New Roman" panose="02020603050405020304" pitchFamily="18" charset="0"/>
                <a:ea typeface="宋体"/>
                <a:cs typeface="Times New Roman" panose="02020603050405020304" pitchFamily="18" charset="0"/>
              </a:rPr>
              <a:t>官方在相当长一段时间内开发维护了两个无法兼容的版本，是什么原因让</a:t>
            </a:r>
            <a:r>
              <a:rPr lang="en-US" altLang="zh-CN">
                <a:solidFill>
                  <a:srgbClr val="000000"/>
                </a:solidFill>
                <a:cs typeface="Times New Roman" panose="02020603050405020304" pitchFamily="18" charset="0"/>
              </a:rPr>
              <a:t>Python</a:t>
            </a:r>
            <a:r>
              <a:rPr lang="zh-CN" altLang="en-US">
                <a:solidFill>
                  <a:srgbClr val="000000"/>
                </a:solidFill>
                <a:latin typeface="Times New Roman" panose="02020603050405020304" pitchFamily="18" charset="0"/>
                <a:ea typeface="宋体"/>
                <a:cs typeface="Times New Roman" panose="02020603050405020304" pitchFamily="18" charset="0"/>
              </a:rPr>
              <a:t>开发者做出了宁可违背“向后兼容”原则也要新开发一个</a:t>
            </a:r>
            <a:r>
              <a:rPr lang="en-US" altLang="zh-CN">
                <a:solidFill>
                  <a:srgbClr val="000000"/>
                </a:solidFill>
                <a:cs typeface="Times New Roman" panose="02020603050405020304" pitchFamily="18" charset="0"/>
              </a:rPr>
              <a:t>Python 3</a:t>
            </a:r>
            <a:r>
              <a:rPr lang="zh-CN" altLang="en-US">
                <a:solidFill>
                  <a:srgbClr val="000000"/>
                </a:solidFill>
                <a:latin typeface="Times New Roman" panose="02020603050405020304" pitchFamily="18" charset="0"/>
                <a:ea typeface="宋体"/>
                <a:cs typeface="Times New Roman" panose="02020603050405020304" pitchFamily="18" charset="0"/>
              </a:rPr>
              <a:t>的决定？</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288000" lvl="0" indent="-288000" algn="just" defTabSz="914400" eaLnBrk="0" fontAlgn="base" hangingPunct="0">
              <a:lnSpc>
                <a:spcPct val="100000"/>
              </a:lnSpc>
              <a:spcBef>
                <a:spcPts val="600"/>
              </a:spcBef>
              <a:spcAft>
                <a:spcPct val="0"/>
              </a:spcAft>
              <a:buFontTx/>
              <a:buChar char="•"/>
            </a:pPr>
            <a:r>
              <a:rPr lang="zh-CN" altLang="en-US">
                <a:solidFill>
                  <a:srgbClr val="000000"/>
                </a:solidFill>
                <a:latin typeface="Times New Roman" panose="02020603050405020304" pitchFamily="18" charset="0"/>
                <a:ea typeface="宋体"/>
                <a:cs typeface="Times New Roman" panose="02020603050405020304" pitchFamily="18" charset="0"/>
              </a:rPr>
              <a:t>答案是对于</a:t>
            </a:r>
            <a:r>
              <a:rPr lang="en-US" altLang="zh-CN">
                <a:solidFill>
                  <a:srgbClr val="000000"/>
                </a:solidFill>
                <a:cs typeface="Times New Roman" panose="02020603050405020304" pitchFamily="18" charset="0"/>
              </a:rPr>
              <a:t>Python</a:t>
            </a:r>
            <a:r>
              <a:rPr lang="zh-CN" altLang="en-US">
                <a:solidFill>
                  <a:srgbClr val="000000"/>
                </a:solidFill>
                <a:latin typeface="Times New Roman" panose="02020603050405020304" pitchFamily="18" charset="0"/>
                <a:ea typeface="宋体"/>
                <a:cs typeface="Times New Roman" panose="02020603050405020304" pitchFamily="18" charset="0"/>
              </a:rPr>
              <a:t>最初的一些设计缺陷，除非推倒重来，否则无法根除。例如，早期</a:t>
            </a:r>
            <a:r>
              <a:rPr lang="en-US" altLang="zh-CN">
                <a:solidFill>
                  <a:srgbClr val="000000"/>
                </a:solidFill>
                <a:cs typeface="Times New Roman" panose="02020603050405020304" pitchFamily="18" charset="0"/>
              </a:rPr>
              <a:t>Python</a:t>
            </a:r>
            <a:r>
              <a:rPr lang="zh-CN" altLang="en-US">
                <a:solidFill>
                  <a:srgbClr val="000000"/>
                </a:solidFill>
                <a:latin typeface="Times New Roman" panose="02020603050405020304" pitchFamily="18" charset="0"/>
                <a:ea typeface="宋体"/>
                <a:cs typeface="Times New Roman" panose="02020603050405020304" pitchFamily="18" charset="0"/>
              </a:rPr>
              <a:t>版本对</a:t>
            </a:r>
            <a:r>
              <a:rPr lang="en-US" altLang="zh-CN">
                <a:solidFill>
                  <a:srgbClr val="000000"/>
                </a:solidFill>
                <a:cs typeface="Times New Roman" panose="02020603050405020304" pitchFamily="18" charset="0"/>
              </a:rPr>
              <a:t>Unicode</a:t>
            </a:r>
            <a:r>
              <a:rPr lang="zh-CN" altLang="en-US">
                <a:solidFill>
                  <a:srgbClr val="000000"/>
                </a:solidFill>
                <a:latin typeface="Times New Roman" panose="02020603050405020304" pitchFamily="18" charset="0"/>
                <a:ea typeface="宋体"/>
                <a:cs typeface="Times New Roman" panose="02020603050405020304" pitchFamily="18" charset="0"/>
              </a:rPr>
              <a:t>的支持不完善，这是由于罗苏姆在</a:t>
            </a:r>
            <a:r>
              <a:rPr lang="en-US" altLang="zh-CN">
                <a:solidFill>
                  <a:srgbClr val="000000"/>
                </a:solidFill>
                <a:latin typeface="Times New Roman" panose="02020603050405020304" pitchFamily="18" charset="0"/>
                <a:ea typeface="宋体"/>
                <a:cs typeface="Times New Roman" panose="02020603050405020304" pitchFamily="18" charset="0"/>
              </a:rPr>
              <a:t>1989</a:t>
            </a:r>
            <a:r>
              <a:rPr lang="zh-CN" altLang="en-US">
                <a:solidFill>
                  <a:srgbClr val="000000"/>
                </a:solidFill>
                <a:latin typeface="Times New Roman" panose="02020603050405020304" pitchFamily="18" charset="0"/>
                <a:ea typeface="宋体"/>
                <a:cs typeface="Times New Roman" panose="02020603050405020304" pitchFamily="18" charset="0"/>
              </a:rPr>
              <a:t>年开发</a:t>
            </a:r>
            <a:r>
              <a:rPr lang="en-US" altLang="zh-CN">
                <a:solidFill>
                  <a:srgbClr val="000000"/>
                </a:solidFill>
                <a:cs typeface="Times New Roman" panose="02020603050405020304" pitchFamily="18" charset="0"/>
              </a:rPr>
              <a:t>Python</a:t>
            </a:r>
            <a:r>
              <a:rPr lang="zh-CN" altLang="en-US">
                <a:solidFill>
                  <a:srgbClr val="000000"/>
                </a:solidFill>
                <a:latin typeface="Times New Roman" panose="02020603050405020304" pitchFamily="18" charset="0"/>
                <a:ea typeface="宋体"/>
                <a:cs typeface="Times New Roman" panose="02020603050405020304" pitchFamily="18" charset="0"/>
              </a:rPr>
              <a:t>时</a:t>
            </a:r>
            <a:r>
              <a:rPr lang="en-US" altLang="zh-CN">
                <a:solidFill>
                  <a:srgbClr val="000000"/>
                </a:solidFill>
                <a:cs typeface="Times New Roman" panose="02020603050405020304" pitchFamily="18" charset="0"/>
              </a:rPr>
              <a:t>Unicode</a:t>
            </a:r>
            <a:r>
              <a:rPr lang="zh-CN" altLang="en-US">
                <a:solidFill>
                  <a:srgbClr val="000000"/>
                </a:solidFill>
                <a:latin typeface="Times New Roman" panose="02020603050405020304" pitchFamily="18" charset="0"/>
                <a:ea typeface="宋体"/>
                <a:cs typeface="Times New Roman" panose="02020603050405020304" pitchFamily="18" charset="0"/>
              </a:rPr>
              <a:t>标准还未出现</a:t>
            </a:r>
            <a:r>
              <a:rPr lang="en-US" altLang="zh-CN">
                <a:solidFill>
                  <a:srgbClr val="000000"/>
                </a:solidFill>
                <a:latin typeface="Times New Roman" panose="02020603050405020304" pitchFamily="18" charset="0"/>
                <a:ea typeface="宋体"/>
                <a:cs typeface="Times New Roman" panose="02020603050405020304" pitchFamily="18" charset="0"/>
              </a:rPr>
              <a:t>(</a:t>
            </a:r>
            <a:r>
              <a:rPr lang="en-US" altLang="zh-CN">
                <a:solidFill>
                  <a:srgbClr val="000000"/>
                </a:solidFill>
                <a:cs typeface="Times New Roman" panose="02020603050405020304" pitchFamily="18" charset="0"/>
              </a:rPr>
              <a:t>Unicode</a:t>
            </a:r>
            <a:r>
              <a:rPr lang="zh-CN" altLang="en-US">
                <a:solidFill>
                  <a:srgbClr val="000000"/>
                </a:solidFill>
                <a:latin typeface="Times New Roman" panose="02020603050405020304" pitchFamily="18" charset="0"/>
                <a:ea typeface="宋体"/>
                <a:cs typeface="Times New Roman" panose="02020603050405020304" pitchFamily="18" charset="0"/>
              </a:rPr>
              <a:t>标准发布于</a:t>
            </a:r>
            <a:r>
              <a:rPr lang="en-US" altLang="zh-CN">
                <a:solidFill>
                  <a:srgbClr val="000000"/>
                </a:solidFill>
                <a:latin typeface="Times New Roman" panose="02020603050405020304" pitchFamily="18" charset="0"/>
                <a:ea typeface="宋体"/>
                <a:cs typeface="Times New Roman" panose="02020603050405020304" pitchFamily="18" charset="0"/>
              </a:rPr>
              <a:t>1991</a:t>
            </a:r>
            <a:r>
              <a:rPr lang="zh-CN" altLang="en-US">
                <a:solidFill>
                  <a:srgbClr val="000000"/>
                </a:solidFill>
                <a:latin typeface="Times New Roman" panose="02020603050405020304" pitchFamily="18" charset="0"/>
                <a:ea typeface="宋体"/>
                <a:cs typeface="Times New Roman" panose="02020603050405020304" pitchFamily="18" charset="0"/>
              </a:rPr>
              <a:t>年</a:t>
            </a:r>
            <a:r>
              <a:rPr lang="en-US" altLang="zh-CN">
                <a:solidFill>
                  <a:srgbClr val="000000"/>
                </a:solidFill>
                <a:latin typeface="Times New Roman" panose="02020603050405020304" pitchFamily="18" charset="0"/>
                <a:ea typeface="宋体"/>
                <a:cs typeface="Times New Roman" panose="02020603050405020304" pitchFamily="18" charset="0"/>
              </a:rPr>
              <a:t>)</a:t>
            </a:r>
            <a:r>
              <a:rPr lang="zh-CN" altLang="en-US">
                <a:solidFill>
                  <a:srgbClr val="000000"/>
                </a:solidFill>
                <a:latin typeface="Times New Roman" panose="02020603050405020304" pitchFamily="18" charset="0"/>
                <a:ea typeface="宋体"/>
                <a:cs typeface="Times New Roman" panose="02020603050405020304" pitchFamily="18" charset="0"/>
              </a:rPr>
              <a:t>。虽然</a:t>
            </a:r>
            <a:r>
              <a:rPr lang="en-US" altLang="zh-CN">
                <a:solidFill>
                  <a:srgbClr val="000000"/>
                </a:solidFill>
                <a:cs typeface="Times New Roman" panose="02020603050405020304" pitchFamily="18" charset="0"/>
              </a:rPr>
              <a:t>Python 2</a:t>
            </a:r>
            <a:r>
              <a:rPr lang="zh-CN" altLang="en-US">
                <a:solidFill>
                  <a:srgbClr val="000000"/>
                </a:solidFill>
                <a:latin typeface="Times New Roman" panose="02020603050405020304" pitchFamily="18" charset="0"/>
                <a:ea typeface="宋体"/>
                <a:cs typeface="Times New Roman" panose="02020603050405020304" pitchFamily="18" charset="0"/>
              </a:rPr>
              <a:t>在发展过程中增加了对</a:t>
            </a:r>
            <a:r>
              <a:rPr lang="en-US" altLang="zh-CN">
                <a:solidFill>
                  <a:srgbClr val="000000"/>
                </a:solidFill>
                <a:cs typeface="Times New Roman" panose="02020603050405020304" pitchFamily="18" charset="0"/>
              </a:rPr>
              <a:t>Unicode</a:t>
            </a:r>
            <a:r>
              <a:rPr lang="zh-CN" altLang="en-US">
                <a:solidFill>
                  <a:srgbClr val="000000"/>
                </a:solidFill>
                <a:latin typeface="Times New Roman" panose="02020603050405020304" pitchFamily="18" charset="0"/>
                <a:ea typeface="宋体"/>
                <a:cs typeface="Times New Roman" panose="02020603050405020304" pitchFamily="18" charset="0"/>
              </a:rPr>
              <a:t>的支持，但“修修补补”终究比不上对整体框架的重构</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288000" lvl="0" indent="-288000" algn="just" defTabSz="914400" eaLnBrk="0" fontAlgn="base" hangingPunct="0">
              <a:lnSpc>
                <a:spcPct val="100000"/>
              </a:lnSpc>
              <a:spcBef>
                <a:spcPts val="600"/>
              </a:spcBef>
              <a:spcAft>
                <a:spcPct val="0"/>
              </a:spcAft>
              <a:buFontTx/>
              <a:buChar char="•"/>
            </a:pPr>
            <a:r>
              <a:rPr lang="zh-CN" altLang="en-US">
                <a:solidFill>
                  <a:srgbClr val="000000"/>
                </a:solidFill>
                <a:latin typeface="Times New Roman" panose="02020603050405020304" pitchFamily="18" charset="0"/>
                <a:ea typeface="宋体"/>
                <a:cs typeface="Times New Roman" panose="02020603050405020304" pitchFamily="18" charset="0"/>
              </a:rPr>
              <a:t>本着“长痛不如短痛”的原则，</a:t>
            </a:r>
            <a:r>
              <a:rPr lang="en-US" altLang="zh-CN">
                <a:solidFill>
                  <a:srgbClr val="000000"/>
                </a:solidFill>
                <a:cs typeface="Times New Roman" panose="02020603050405020304" pitchFamily="18" charset="0"/>
              </a:rPr>
              <a:t>Python</a:t>
            </a:r>
            <a:r>
              <a:rPr lang="zh-CN" altLang="en-US">
                <a:solidFill>
                  <a:srgbClr val="000000"/>
                </a:solidFill>
                <a:latin typeface="Times New Roman" panose="02020603050405020304" pitchFamily="18" charset="0"/>
                <a:ea typeface="宋体"/>
                <a:cs typeface="Times New Roman" panose="02020603050405020304" pitchFamily="18" charset="0"/>
              </a:rPr>
              <a:t>开发者舍弃对</a:t>
            </a:r>
            <a:r>
              <a:rPr lang="en-US" altLang="zh-CN">
                <a:solidFill>
                  <a:srgbClr val="000000"/>
                </a:solidFill>
                <a:cs typeface="Times New Roman" panose="02020603050405020304" pitchFamily="18" charset="0"/>
              </a:rPr>
              <a:t>Python 2</a:t>
            </a:r>
            <a:r>
              <a:rPr lang="zh-CN" altLang="en-US">
                <a:solidFill>
                  <a:srgbClr val="000000"/>
                </a:solidFill>
                <a:latin typeface="Times New Roman" panose="02020603050405020304" pitchFamily="18" charset="0"/>
                <a:ea typeface="宋体"/>
                <a:cs typeface="Times New Roman" panose="02020603050405020304" pitchFamily="18" charset="0"/>
              </a:rPr>
              <a:t>兼容性的追求，转而开发出</a:t>
            </a:r>
            <a:r>
              <a:rPr lang="en-US" altLang="zh-CN">
                <a:solidFill>
                  <a:srgbClr val="000000"/>
                </a:solidFill>
                <a:cs typeface="Times New Roman" panose="02020603050405020304" pitchFamily="18" charset="0"/>
              </a:rPr>
              <a:t>Python 3</a:t>
            </a:r>
            <a:r>
              <a:rPr lang="zh-CN" altLang="en-US">
                <a:solidFill>
                  <a:srgbClr val="000000"/>
                </a:solidFill>
                <a:latin typeface="Times New Roman" panose="02020603050405020304" pitchFamily="18" charset="0"/>
                <a:ea typeface="宋体"/>
                <a:cs typeface="Times New Roman" panose="02020603050405020304" pitchFamily="18" charset="0"/>
              </a:rPr>
              <a:t>这一新版本是十分明智的</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288000" lvl="0" indent="-288000" algn="just" defTabSz="914400" eaLnBrk="0" fontAlgn="base" hangingPunct="0">
              <a:lnSpc>
                <a:spcPct val="100000"/>
              </a:lnSpc>
              <a:spcBef>
                <a:spcPts val="600"/>
              </a:spcBef>
              <a:spcAft>
                <a:spcPct val="0"/>
              </a:spcAft>
              <a:buFontTx/>
              <a:buChar char="•"/>
            </a:pPr>
            <a:r>
              <a:rPr lang="en-US" altLang="zh-CN">
                <a:solidFill>
                  <a:srgbClr val="000000"/>
                </a:solidFill>
                <a:latin typeface="Times New Roman" panose="02020603050405020304" pitchFamily="18" charset="0"/>
                <a:ea typeface="宋体"/>
                <a:cs typeface="Times New Roman" panose="02020603050405020304" pitchFamily="18" charset="0"/>
                <a:hlinkClick r:id="rId3"/>
              </a:rPr>
              <a:t>https://www.python.org/doc/sunset-python-2/</a:t>
            </a:r>
            <a:endParaRPr lang="en-US" altLang="zh-CN">
              <a:solidFill>
                <a:srgbClr val="000000"/>
              </a:solidFill>
              <a:latin typeface="Times New Roman" panose="02020603050405020304" pitchFamily="18" charset="0"/>
              <a:ea typeface="宋体"/>
              <a:cs typeface="Times New Roman" panose="02020603050405020304" pitchFamily="18" charset="0"/>
            </a:endParaRPr>
          </a:p>
          <a:p>
            <a:pPr marL="0" indent="0">
              <a:buNone/>
            </a:pPr>
            <a:endParaRPr lang="zh-CN" altLang="en-US" sz="2400"/>
          </a:p>
        </p:txBody>
      </p:sp>
      <p:sp>
        <p:nvSpPr>
          <p:cNvPr id="3" name="标题 2">
            <a:extLst>
              <a:ext uri="{FF2B5EF4-FFF2-40B4-BE49-F238E27FC236}">
                <a16:creationId xmlns:a16="http://schemas.microsoft.com/office/drawing/2014/main" id="{3F7F1576-4A57-4E9A-AFBD-3C015D9FC324}"/>
              </a:ext>
            </a:extLst>
          </p:cNvPr>
          <p:cNvSpPr>
            <a:spLocks noGrp="1"/>
          </p:cNvSpPr>
          <p:nvPr>
            <p:ph type="title"/>
          </p:nvPr>
        </p:nvSpPr>
        <p:spPr>
          <a:xfrm>
            <a:off x="252000" y="244258"/>
            <a:ext cx="8630432" cy="912529"/>
          </a:xfrm>
        </p:spPr>
        <p:txBody>
          <a:bodyPr>
            <a:normAutofit/>
          </a:bodyPr>
          <a:lstStyle/>
          <a:p>
            <a:r>
              <a:rPr lang="en-US" altLang="zh-CN" sz="4400">
                <a:cs typeface="Times New Roman" panose="02020603050405020304" pitchFamily="18" charset="0"/>
              </a:rPr>
              <a:t>Python</a:t>
            </a:r>
            <a:r>
              <a:rPr lang="zh-CN" altLang="en-US" sz="4400">
                <a:latin typeface="Times New Roman" panose="02020603050405020304" pitchFamily="18" charset="0"/>
                <a:cs typeface="Times New Roman" panose="02020603050405020304" pitchFamily="18" charset="0"/>
              </a:rPr>
              <a:t>版本</a:t>
            </a:r>
          </a:p>
        </p:txBody>
      </p:sp>
    </p:spTree>
    <p:extLst>
      <p:ext uri="{BB962C8B-B14F-4D97-AF65-F5344CB8AC3E}">
        <p14:creationId xmlns:p14="http://schemas.microsoft.com/office/powerpoint/2010/main" val="1201412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F2245-A74D-4BCF-B8C2-905C3CD8C5EE}"/>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latin typeface="Times New Roman" panose="02020603050405020304" pitchFamily="18" charset="0"/>
                <a:cs typeface="Times New Roman" panose="02020603050405020304" pitchFamily="18" charset="0"/>
              </a:rPr>
              <a:t>的特点</a:t>
            </a:r>
            <a:endParaRPr lang="zh-CN" altLang="en-US"/>
          </a:p>
        </p:txBody>
      </p:sp>
      <p:sp>
        <p:nvSpPr>
          <p:cNvPr id="3" name="文本占位符 2">
            <a:extLst>
              <a:ext uri="{FF2B5EF4-FFF2-40B4-BE49-F238E27FC236}">
                <a16:creationId xmlns:a16="http://schemas.microsoft.com/office/drawing/2014/main" id="{2BCD60FE-E8B7-4613-AB45-357D6315C9E5}"/>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08397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501A56-E981-48DD-B1EA-5C41F6CCA0E6}"/>
              </a:ext>
            </a:extLst>
          </p:cNvPr>
          <p:cNvSpPr>
            <a:spLocks noGrp="1"/>
          </p:cNvSpPr>
          <p:nvPr>
            <p:ph idx="1"/>
          </p:nvPr>
        </p:nvSpPr>
        <p:spPr>
          <a:xfrm>
            <a:off x="256783" y="1156787"/>
            <a:ext cx="8630431" cy="5456955"/>
          </a:xfrm>
        </p:spPr>
        <p:txBody>
          <a:bodyPr/>
          <a:lstStyle/>
          <a:p>
            <a:pPr marL="288000" indent="-288000" algn="just">
              <a:lnSpc>
                <a:spcPct val="100000"/>
              </a:lnSpc>
              <a:spcBef>
                <a:spcPts val="600"/>
              </a:spcBef>
            </a:pPr>
            <a:r>
              <a:rPr lang="en-US" altLang="zh-CN">
                <a:cs typeface="Times New Roman" panose="02020603050405020304" pitchFamily="18" charset="0"/>
              </a:rPr>
              <a:t>Python</a:t>
            </a:r>
            <a:r>
              <a:rPr lang="zh-CN" altLang="en-US"/>
              <a:t>是一种兼具</a:t>
            </a:r>
            <a:r>
              <a:rPr lang="zh-CN" altLang="en-US">
                <a:solidFill>
                  <a:srgbClr val="C00000"/>
                </a:solidFill>
              </a:rPr>
              <a:t>编译</a:t>
            </a:r>
            <a:r>
              <a:rPr lang="zh-CN" altLang="en-US">
                <a:solidFill>
                  <a:srgbClr val="FF0000"/>
                </a:solidFill>
              </a:rPr>
              <a:t>型</a:t>
            </a:r>
            <a:r>
              <a:rPr lang="zh-CN" altLang="en-US"/>
              <a:t>和</a:t>
            </a:r>
            <a:r>
              <a:rPr lang="zh-CN" altLang="en-US">
                <a:solidFill>
                  <a:srgbClr val="FF0000"/>
                </a:solidFill>
              </a:rPr>
              <a:t>解释型</a:t>
            </a:r>
            <a:r>
              <a:rPr lang="zh-CN" altLang="en-US"/>
              <a:t>特性，兼顾过程式、函数式和面向对象编程范式的通用型高级程序设计语言，其特点如下：</a:t>
            </a:r>
            <a:endParaRPr lang="en-US" altLang="zh-CN"/>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简单易用</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zh-CN" sz="2200">
                <a:solidFill>
                  <a:srgbClr val="000000"/>
                </a:solidFill>
                <a:latin typeface="Times New Roman" panose="02020603050405020304" pitchFamily="18" charset="0"/>
                <a:ea typeface="宋体"/>
                <a:cs typeface="Times New Roman" panose="02020603050405020304" pitchFamily="18" charset="0"/>
              </a:rPr>
              <a:t>兼具编译型和解释型语言的优点</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高级语言</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跨平台</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面向对象</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支持多种编程范式</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丰富强大的第三方代码库</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方便与其他语言集成</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开源免费</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endParaRPr lang="en-US" altLang="zh-CN"/>
          </a:p>
          <a:p>
            <a:endParaRPr lang="zh-CN" altLang="en-US"/>
          </a:p>
        </p:txBody>
      </p:sp>
      <p:sp>
        <p:nvSpPr>
          <p:cNvPr id="3" name="标题 2">
            <a:extLst>
              <a:ext uri="{FF2B5EF4-FFF2-40B4-BE49-F238E27FC236}">
                <a16:creationId xmlns:a16="http://schemas.microsoft.com/office/drawing/2014/main" id="{6E0DE2EE-A57E-4004-9E84-3307169B0F72}"/>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的特点</a:t>
            </a:r>
          </a:p>
        </p:txBody>
      </p:sp>
    </p:spTree>
    <p:extLst>
      <p:ext uri="{BB962C8B-B14F-4D97-AF65-F5344CB8AC3E}">
        <p14:creationId xmlns:p14="http://schemas.microsoft.com/office/powerpoint/2010/main" val="1185238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9F746E4-9D32-4859-8BBB-711F47C3AECC}"/>
              </a:ext>
            </a:extLst>
          </p:cNvPr>
          <p:cNvSpPr>
            <a:spLocks noGrp="1"/>
          </p:cNvSpPr>
          <p:nvPr>
            <p:ph type="title"/>
          </p:nvPr>
        </p:nvSpPr>
        <p:spPr>
          <a:xfrm>
            <a:off x="628649" y="291090"/>
            <a:ext cx="7886699" cy="932688"/>
          </a:xfrm>
        </p:spPr>
        <p:txBody>
          <a:bodyPr vert="horz" lIns="91440" tIns="45720" rIns="91440" bIns="45720" rtlCol="0" anchor="b">
            <a:normAutofit/>
          </a:bodyPr>
          <a:lstStyle/>
          <a:p>
            <a:pPr defTabSz="914400"/>
            <a:r>
              <a:rPr lang="en-US" altLang="zh-CN" kern="1200">
                <a:solidFill>
                  <a:schemeClr val="tx1"/>
                </a:solidFill>
                <a:cs typeface="Times New Roman" panose="02020603050405020304" pitchFamily="18" charset="0"/>
              </a:rPr>
              <a:t>Python</a:t>
            </a:r>
            <a:r>
              <a:rPr lang="zh-CN" altLang="en-US" kern="1200">
                <a:solidFill>
                  <a:schemeClr val="tx1"/>
                </a:solidFill>
                <a:cs typeface="Times New Roman" panose="02020603050405020304" pitchFamily="18" charset="0"/>
              </a:rPr>
              <a:t>的设计理念</a:t>
            </a:r>
            <a:endParaRPr lang="en-US" altLang="zh-CN" kern="1200">
              <a:solidFill>
                <a:schemeClr val="tx1"/>
              </a:solidFill>
              <a:cs typeface="Times New Roman" panose="02020603050405020304" pitchFamily="18" charset="0"/>
            </a:endParaRPr>
          </a:p>
        </p:txBody>
      </p:sp>
      <p:pic>
        <p:nvPicPr>
          <p:cNvPr id="5" name="图片 4">
            <a:extLst>
              <a:ext uri="{FF2B5EF4-FFF2-40B4-BE49-F238E27FC236}">
                <a16:creationId xmlns:a16="http://schemas.microsoft.com/office/drawing/2014/main" id="{3AE6EBAF-2D47-423D-B679-6FA1820D050D}"/>
              </a:ext>
            </a:extLst>
          </p:cNvPr>
          <p:cNvPicPr>
            <a:picLocks noChangeAspect="1"/>
          </p:cNvPicPr>
          <p:nvPr/>
        </p:nvPicPr>
        <p:blipFill rotWithShape="1">
          <a:blip r:embed="rId2"/>
          <a:srcRect t="479"/>
          <a:stretch/>
        </p:blipFill>
        <p:spPr>
          <a:xfrm>
            <a:off x="902127" y="1640561"/>
            <a:ext cx="7339741" cy="4926349"/>
          </a:xfrm>
          <a:prstGeom prst="rect">
            <a:avLst/>
          </a:prstGeom>
        </p:spPr>
      </p:pic>
      <p:pic>
        <p:nvPicPr>
          <p:cNvPr id="7" name="图片 6">
            <a:extLst>
              <a:ext uri="{FF2B5EF4-FFF2-40B4-BE49-F238E27FC236}">
                <a16:creationId xmlns:a16="http://schemas.microsoft.com/office/drawing/2014/main" id="{79AE8C39-BC90-4800-8193-C88B990453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7406" y="1223778"/>
            <a:ext cx="2930479" cy="2444286"/>
          </a:xfrm>
          <a:prstGeom prst="rect">
            <a:avLst/>
          </a:prstGeom>
        </p:spPr>
      </p:pic>
    </p:spTree>
    <p:extLst>
      <p:ext uri="{BB962C8B-B14F-4D97-AF65-F5344CB8AC3E}">
        <p14:creationId xmlns:p14="http://schemas.microsoft.com/office/powerpoint/2010/main" val="2931109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A4940-AE9F-44BE-A0E7-01A78F0FC220}"/>
              </a:ext>
            </a:extLst>
          </p:cNvPr>
          <p:cNvSpPr>
            <a:spLocks noGrp="1"/>
          </p:cNvSpPr>
          <p:nvPr>
            <p:ph type="title"/>
          </p:nvPr>
        </p:nvSpPr>
        <p:spPr>
          <a:xfrm>
            <a:off x="252000" y="1709739"/>
            <a:ext cx="8627166" cy="2852737"/>
          </a:xfrm>
        </p:spPr>
        <p:txBody>
          <a:bodyPr/>
          <a:lstStyle/>
          <a:p>
            <a:pPr algn="ctr"/>
            <a:r>
              <a:rPr lang="en-US" altLang="zh-CN">
                <a:cs typeface="Times New Roman" panose="02020603050405020304" pitchFamily="18" charset="0"/>
              </a:rPr>
              <a:t>Python</a:t>
            </a:r>
            <a:r>
              <a:rPr lang="zh-CN" altLang="en-US">
                <a:latin typeface="+mj-ea"/>
                <a:cs typeface="Times New Roman" panose="02020603050405020304" pitchFamily="18" charset="0"/>
              </a:rPr>
              <a:t>程序的执行过程</a:t>
            </a:r>
            <a:endParaRPr lang="zh-CN" altLang="en-US">
              <a:latin typeface="+mj-ea"/>
            </a:endParaRPr>
          </a:p>
        </p:txBody>
      </p:sp>
      <p:sp>
        <p:nvSpPr>
          <p:cNvPr id="3" name="文本占位符 2">
            <a:extLst>
              <a:ext uri="{FF2B5EF4-FFF2-40B4-BE49-F238E27FC236}">
                <a16:creationId xmlns:a16="http://schemas.microsoft.com/office/drawing/2014/main" id="{4D72AFC0-9E8B-43DD-97E3-170D97DEBD85}"/>
              </a:ext>
            </a:extLst>
          </p:cNvPr>
          <p:cNvSpPr>
            <a:spLocks noGrp="1"/>
          </p:cNvSpPr>
          <p:nvPr>
            <p:ph type="body" idx="1"/>
          </p:nvPr>
        </p:nvSpPr>
        <p:spPr>
          <a:xfrm>
            <a:off x="252000" y="4589464"/>
            <a:ext cx="8627166" cy="1500187"/>
          </a:xfrm>
        </p:spPr>
        <p:txBody>
          <a:bodyPr>
            <a:normAutofit/>
          </a:bodyPr>
          <a:lstStyle/>
          <a:p>
            <a:endParaRPr lang="zh-CN" altLang="en-US" sz="2400"/>
          </a:p>
        </p:txBody>
      </p:sp>
    </p:spTree>
    <p:extLst>
      <p:ext uri="{BB962C8B-B14F-4D97-AF65-F5344CB8AC3E}">
        <p14:creationId xmlns:p14="http://schemas.microsoft.com/office/powerpoint/2010/main" val="3054496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A0452-703F-6525-A17E-0D7C4943748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B487CDC4-34B2-8068-BE9B-3481EE3FDC86}"/>
              </a:ext>
            </a:extLst>
          </p:cNvPr>
          <p:cNvSpPr>
            <a:spLocks noGrp="1"/>
          </p:cNvSpPr>
          <p:nvPr>
            <p:ph idx="1"/>
          </p:nvPr>
        </p:nvSpPr>
        <p:spPr/>
        <p:txBody>
          <a:bodyPr>
            <a:normAutofit lnSpcReduction="10000"/>
          </a:bodyPr>
          <a:lstStyle/>
          <a:p>
            <a:pPr marL="288000" indent="-288000" algn="just">
              <a:lnSpc>
                <a:spcPct val="100000"/>
              </a:lnSpc>
              <a:spcBef>
                <a:spcPts val="600"/>
              </a:spcBef>
            </a:pPr>
            <a:r>
              <a:rPr lang="en-US" altLang="zh-CN" dirty="0">
                <a:cs typeface="Times New Roman" panose="02020603050405020304" pitchFamily="18" charset="0"/>
              </a:rPr>
              <a:t>Python</a:t>
            </a:r>
            <a:r>
              <a:rPr lang="zh-CN" altLang="en-US" dirty="0">
                <a:cs typeface="Times New Roman" panose="02020603050405020304" pitchFamily="18" charset="0"/>
              </a:rPr>
              <a:t>兼具编译型和解释型语言的特点，其源程序的执行过程分为两步：</a:t>
            </a:r>
            <a:endParaRPr lang="en-US" altLang="zh-CN" dirty="0">
              <a:cs typeface="Times New Roman" panose="02020603050405020304" pitchFamily="18" charset="0"/>
            </a:endParaRPr>
          </a:p>
          <a:p>
            <a:pPr marL="889200" lvl="1" indent="-457200" defTabSz="914400" eaLnBrk="0" fontAlgn="base" hangingPunct="0">
              <a:spcAft>
                <a:spcPct val="0"/>
              </a:spcAft>
              <a:buFont typeface="+mj-lt"/>
              <a:buAutoNum type="arabicPeriod"/>
            </a:pPr>
            <a:r>
              <a:rPr lang="zh-CN" altLang="en-US" sz="2200" dirty="0">
                <a:solidFill>
                  <a:srgbClr val="000000"/>
                </a:solidFill>
                <a:latin typeface="Times New Roman" panose="02020603050405020304" pitchFamily="18" charset="0"/>
                <a:ea typeface="宋体"/>
                <a:cs typeface="Times New Roman" panose="02020603050405020304" pitchFamily="18" charset="0"/>
              </a:rPr>
              <a:t>源代码被自动编译生成字节码（</a:t>
            </a:r>
            <a:r>
              <a:rPr lang="en-US" altLang="zh-CN" sz="2200" dirty="0">
                <a:solidFill>
                  <a:srgbClr val="000000"/>
                </a:solidFill>
                <a:latin typeface="Times New Roman" panose="02020603050405020304" pitchFamily="18" charset="0"/>
                <a:ea typeface="宋体"/>
                <a:cs typeface="Times New Roman" panose="02020603050405020304" pitchFamily="18" charset="0"/>
              </a:rPr>
              <a:t>bytecode</a:t>
            </a:r>
            <a:r>
              <a:rPr lang="zh-CN" altLang="en-US" sz="2200" dirty="0">
                <a:solidFill>
                  <a:srgbClr val="000000"/>
                </a:solidFill>
                <a:latin typeface="Times New Roman" panose="02020603050405020304" pitchFamily="18" charset="0"/>
                <a:ea typeface="宋体"/>
                <a:cs typeface="Times New Roman" panose="02020603050405020304" pitchFamily="18" charset="0"/>
              </a:rPr>
              <a:t>）</a:t>
            </a:r>
            <a:endParaRPr lang="en-US" altLang="zh-CN" sz="2200" dirty="0">
              <a:solidFill>
                <a:srgbClr val="000000"/>
              </a:solidFill>
              <a:latin typeface="Times New Roman" panose="02020603050405020304" pitchFamily="18" charset="0"/>
              <a:ea typeface="宋体"/>
              <a:cs typeface="Times New Roman" panose="02020603050405020304" pitchFamily="18" charset="0"/>
            </a:endParaRPr>
          </a:p>
          <a:p>
            <a:pPr marL="889200" lvl="1" indent="-457200" defTabSz="914400" eaLnBrk="0" fontAlgn="base" hangingPunct="0">
              <a:spcAft>
                <a:spcPct val="0"/>
              </a:spcAft>
              <a:buFont typeface="+mj-lt"/>
              <a:buAutoNum type="arabicPeriod"/>
            </a:pPr>
            <a:r>
              <a:rPr lang="en-US" altLang="zh-CN" sz="2200" dirty="0">
                <a:solidFill>
                  <a:srgbClr val="000000"/>
                </a:solidFill>
                <a:latin typeface="Times New Roman" panose="02020603050405020304" pitchFamily="18" charset="0"/>
                <a:ea typeface="宋体"/>
                <a:cs typeface="Times New Roman" panose="02020603050405020304" pitchFamily="18" charset="0"/>
              </a:rPr>
              <a:t>Python</a:t>
            </a:r>
            <a:r>
              <a:rPr lang="zh-CN" altLang="en-US" sz="2200" dirty="0">
                <a:solidFill>
                  <a:srgbClr val="000000"/>
                </a:solidFill>
                <a:latin typeface="Times New Roman" panose="02020603050405020304" pitchFamily="18" charset="0"/>
                <a:ea typeface="宋体"/>
                <a:cs typeface="Times New Roman" panose="02020603050405020304" pitchFamily="18" charset="0"/>
              </a:rPr>
              <a:t>虚拟机解释执行字节码</a:t>
            </a:r>
            <a:endParaRPr lang="en-US" altLang="zh-CN" sz="2200" dirty="0">
              <a:solidFill>
                <a:srgbClr val="000000"/>
              </a:solidFill>
              <a:latin typeface="Times New Roman" panose="02020603050405020304" pitchFamily="18" charset="0"/>
              <a:ea typeface="宋体"/>
              <a:cs typeface="Times New Roman" panose="02020603050405020304" pitchFamily="18" charset="0"/>
            </a:endParaRPr>
          </a:p>
          <a:p>
            <a:pPr marL="288000" indent="-288000" algn="just">
              <a:lnSpc>
                <a:spcPct val="100000"/>
              </a:lnSpc>
              <a:spcBef>
                <a:spcPts val="600"/>
              </a:spcBef>
            </a:pPr>
            <a:endParaRPr lang="en-US" altLang="zh-CN" dirty="0">
              <a:cs typeface="Times New Roman" panose="02020603050405020304" pitchFamily="18" charset="0"/>
            </a:endParaRPr>
          </a:p>
          <a:p>
            <a:pPr marL="288000" indent="-288000" algn="just">
              <a:lnSpc>
                <a:spcPct val="100000"/>
              </a:lnSpc>
              <a:spcBef>
                <a:spcPts val="600"/>
              </a:spcBef>
            </a:pPr>
            <a:r>
              <a:rPr lang="zh-CN" altLang="en-US" dirty="0">
                <a:cs typeface="Times New Roman" panose="02020603050405020304" pitchFamily="18" charset="0"/>
              </a:rPr>
              <a:t>为进一步说明这种“混合式”的执行方式，首先简要回顾编译型语言和解释型语言的特点</a:t>
            </a:r>
            <a:endParaRPr lang="en-US" altLang="zh-CN" dirty="0">
              <a:cs typeface="Times New Roman" panose="02020603050405020304" pitchFamily="18" charset="0"/>
            </a:endParaRPr>
          </a:p>
          <a:p>
            <a:pPr marL="288000" indent="-288000" algn="just">
              <a:lnSpc>
                <a:spcPct val="100000"/>
              </a:lnSpc>
              <a:spcBef>
                <a:spcPts val="600"/>
              </a:spcBef>
            </a:pPr>
            <a:endParaRPr lang="en-US" altLang="zh-CN" dirty="0">
              <a:latin typeface="Times New Roman" panose="02020603050405020304" pitchFamily="18" charset="0"/>
              <a:cs typeface="Times New Roman" panose="02020603050405020304" pitchFamily="18" charset="0"/>
            </a:endParaRPr>
          </a:p>
          <a:p>
            <a:r>
              <a:rPr lang="zh-CN" altLang="en-US" dirty="0">
                <a:solidFill>
                  <a:srgbClr val="000000"/>
                </a:solidFill>
                <a:latin typeface="Arial"/>
                <a:ea typeface="宋体"/>
              </a:rPr>
              <a:t>早期的机器语言和汇编语言晦涩难懂，因此出现了更接近人类语言的高级计算机程序设计语言</a:t>
            </a:r>
            <a:endParaRPr lang="en-US" altLang="zh-CN" dirty="0">
              <a:solidFill>
                <a:srgbClr val="000000"/>
              </a:solidFill>
              <a:latin typeface="Arial"/>
              <a:ea typeface="宋体"/>
            </a:endParaRPr>
          </a:p>
          <a:p>
            <a:r>
              <a:rPr lang="zh-CN" altLang="en-US" dirty="0">
                <a:solidFill>
                  <a:srgbClr val="000000"/>
                </a:solidFill>
                <a:latin typeface="Arial"/>
                <a:ea typeface="宋体"/>
              </a:rPr>
              <a:t>当计算机执行高级语言编写的程序时，仍需要将源程序转换成机器指令码。根据这个转换过程的不同，可将高级语言分为</a:t>
            </a:r>
            <a:r>
              <a:rPr lang="zh-CN" altLang="en-US" dirty="0">
                <a:solidFill>
                  <a:srgbClr val="FF0000"/>
                </a:solidFill>
                <a:latin typeface="Arial"/>
                <a:ea typeface="宋体"/>
              </a:rPr>
              <a:t>编译型语言</a:t>
            </a:r>
            <a:r>
              <a:rPr lang="zh-CN" altLang="en-US" dirty="0">
                <a:solidFill>
                  <a:srgbClr val="FF0000"/>
                </a:solidFill>
                <a:cs typeface="Times New Roman" panose="02020603050405020304" pitchFamily="18" charset="0"/>
              </a:rPr>
              <a:t>（</a:t>
            </a:r>
            <a:r>
              <a:rPr lang="en-US" altLang="zh-CN" dirty="0">
                <a:solidFill>
                  <a:srgbClr val="FF0000"/>
                </a:solidFill>
                <a:cs typeface="Times New Roman" panose="02020603050405020304" pitchFamily="18" charset="0"/>
              </a:rPr>
              <a:t>compiled language</a:t>
            </a:r>
            <a:r>
              <a:rPr lang="zh-CN" altLang="en-US" dirty="0">
                <a:solidFill>
                  <a:srgbClr val="FF0000"/>
                </a:solidFill>
                <a:cs typeface="Times New Roman" panose="02020603050405020304" pitchFamily="18" charset="0"/>
              </a:rPr>
              <a:t>）</a:t>
            </a:r>
            <a:r>
              <a:rPr lang="zh-CN" altLang="en-US" dirty="0">
                <a:solidFill>
                  <a:srgbClr val="000000"/>
                </a:solidFill>
                <a:latin typeface="Arial"/>
                <a:ea typeface="宋体"/>
              </a:rPr>
              <a:t>和</a:t>
            </a:r>
            <a:r>
              <a:rPr lang="zh-CN" altLang="en-US" dirty="0">
                <a:solidFill>
                  <a:srgbClr val="FF0000"/>
                </a:solidFill>
                <a:latin typeface="Arial"/>
                <a:ea typeface="宋体"/>
              </a:rPr>
              <a:t>解释型语言</a:t>
            </a:r>
            <a:r>
              <a:rPr lang="zh-CN" altLang="en-US" dirty="0">
                <a:solidFill>
                  <a:srgbClr val="FF0000"/>
                </a:solidFill>
                <a:cs typeface="Times New Roman" panose="02020603050405020304" pitchFamily="18" charset="0"/>
              </a:rPr>
              <a:t>（</a:t>
            </a:r>
            <a:r>
              <a:rPr lang="en-US" altLang="zh-CN" dirty="0">
                <a:solidFill>
                  <a:srgbClr val="FF0000"/>
                </a:solidFill>
                <a:cs typeface="Times New Roman" panose="02020603050405020304" pitchFamily="18" charset="0"/>
              </a:rPr>
              <a:t> interpreted language</a:t>
            </a:r>
            <a:r>
              <a:rPr lang="zh-CN" altLang="en-US" dirty="0">
                <a:solidFill>
                  <a:srgbClr val="FF0000"/>
                </a:solidFill>
                <a:cs typeface="Times New Roman" panose="02020603050405020304" pitchFamily="18" charset="0"/>
              </a:rPr>
              <a:t>）</a:t>
            </a:r>
            <a:endParaRPr lang="en-US" altLang="zh-CN" dirty="0">
              <a:solidFill>
                <a:srgbClr val="FF0000"/>
              </a:solidFill>
              <a:latin typeface="Arial"/>
              <a:ea typeface="宋体"/>
            </a:endParaRPr>
          </a:p>
          <a:p>
            <a:pPr marL="288000" indent="-288000" algn="just">
              <a:lnSpc>
                <a:spcPct val="100000"/>
              </a:lnSpc>
              <a:spcBef>
                <a:spcPts val="600"/>
              </a:spcBef>
            </a:pPr>
            <a:endParaRPr lang="en-US" altLang="zh-CN" dirty="0">
              <a:latin typeface="Times New Roman" panose="02020603050405020304" pitchFamily="18" charset="0"/>
              <a:cs typeface="Times New Roman" panose="02020603050405020304" pitchFamily="18" charset="0"/>
            </a:endParaRPr>
          </a:p>
        </p:txBody>
      </p:sp>
      <p:sp>
        <p:nvSpPr>
          <p:cNvPr id="3" name="标题 2">
            <a:extLst>
              <a:ext uri="{FF2B5EF4-FFF2-40B4-BE49-F238E27FC236}">
                <a16:creationId xmlns:a16="http://schemas.microsoft.com/office/drawing/2014/main" id="{D20E6C23-E553-47A3-F152-5A1DC7903484}"/>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程序的执行过程</a:t>
            </a:r>
          </a:p>
        </p:txBody>
      </p:sp>
    </p:spTree>
    <p:extLst>
      <p:ext uri="{BB962C8B-B14F-4D97-AF65-F5344CB8AC3E}">
        <p14:creationId xmlns:p14="http://schemas.microsoft.com/office/powerpoint/2010/main" val="2441891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B803BC3-9461-4746-A59F-7015D5A8A2C3}"/>
              </a:ext>
            </a:extLst>
          </p:cNvPr>
          <p:cNvSpPr>
            <a:spLocks noGrp="1"/>
          </p:cNvSpPr>
          <p:nvPr>
            <p:ph idx="1"/>
          </p:nvPr>
        </p:nvSpPr>
        <p:spPr/>
        <p:txBody>
          <a:bodyPr>
            <a:normAutofit fontScale="92500" lnSpcReduction="20000"/>
          </a:bodyPr>
          <a:lstStyle/>
          <a:p>
            <a:pPr marL="288000" lvl="0" indent="-288000" algn="just" defTabSz="914400" eaLnBrk="0" fontAlgn="base" hangingPunct="0">
              <a:lnSpc>
                <a:spcPct val="100000"/>
              </a:lnSpc>
              <a:spcBef>
                <a:spcPts val="600"/>
              </a:spcBef>
              <a:spcAft>
                <a:spcPct val="0"/>
              </a:spcAft>
              <a:buFontTx/>
              <a:buChar char="•"/>
            </a:pPr>
            <a:r>
              <a:rPr lang="zh-CN" altLang="en-US">
                <a:solidFill>
                  <a:srgbClr val="FF0000"/>
                </a:solidFill>
                <a:latin typeface="Arial"/>
                <a:ea typeface="宋体"/>
              </a:rPr>
              <a:t>编译型语言（</a:t>
            </a:r>
            <a:r>
              <a:rPr lang="en-US" altLang="zh-CN">
                <a:solidFill>
                  <a:srgbClr val="FF0000"/>
                </a:solidFill>
                <a:latin typeface="Arial"/>
                <a:ea typeface="宋体"/>
              </a:rPr>
              <a:t>compiled language</a:t>
            </a:r>
            <a:r>
              <a:rPr lang="zh-CN" altLang="en-US">
                <a:solidFill>
                  <a:srgbClr val="FF0000"/>
                </a:solidFill>
                <a:latin typeface="Arial"/>
                <a:ea typeface="宋体"/>
              </a:rPr>
              <a:t>）</a:t>
            </a:r>
            <a:r>
              <a:rPr lang="zh-CN" altLang="en-US">
                <a:solidFill>
                  <a:srgbClr val="000000"/>
                </a:solidFill>
                <a:latin typeface="Arial"/>
                <a:ea typeface="宋体"/>
              </a:rPr>
              <a:t>：先通过</a:t>
            </a:r>
            <a:r>
              <a:rPr lang="zh-CN" altLang="en-US">
                <a:solidFill>
                  <a:srgbClr val="0070C0"/>
                </a:solidFill>
                <a:latin typeface="Arial"/>
                <a:ea typeface="宋体"/>
              </a:rPr>
              <a:t>编译器（</a:t>
            </a:r>
            <a:r>
              <a:rPr lang="en-US" altLang="zh-CN">
                <a:solidFill>
                  <a:srgbClr val="0070C0"/>
                </a:solidFill>
                <a:latin typeface="Arial"/>
                <a:ea typeface="宋体"/>
              </a:rPr>
              <a:t>compiler</a:t>
            </a:r>
            <a:r>
              <a:rPr lang="zh-CN" altLang="en-US">
                <a:solidFill>
                  <a:srgbClr val="0070C0"/>
                </a:solidFill>
                <a:latin typeface="Arial"/>
                <a:ea typeface="宋体"/>
              </a:rPr>
              <a:t>）</a:t>
            </a:r>
            <a:r>
              <a:rPr lang="zh-CN" altLang="en-US">
                <a:solidFill>
                  <a:srgbClr val="000000"/>
                </a:solidFill>
                <a:latin typeface="Arial"/>
                <a:ea typeface="宋体"/>
              </a:rPr>
              <a:t>将源代码编译成机器码，再由</a:t>
            </a:r>
            <a:r>
              <a:rPr lang="en-US" altLang="zh-CN">
                <a:solidFill>
                  <a:srgbClr val="000000"/>
                </a:solidFill>
                <a:latin typeface="Arial"/>
                <a:ea typeface="宋体"/>
              </a:rPr>
              <a:t>CPU</a:t>
            </a:r>
            <a:r>
              <a:rPr lang="zh-CN" altLang="en-US">
                <a:solidFill>
                  <a:srgbClr val="000000"/>
                </a:solidFill>
                <a:latin typeface="Arial"/>
                <a:ea typeface="宋体"/>
              </a:rPr>
              <a:t>直接执行机器码。需经过编译（</a:t>
            </a:r>
            <a:r>
              <a:rPr lang="en-US" altLang="zh-CN">
                <a:solidFill>
                  <a:srgbClr val="000000"/>
                </a:solidFill>
                <a:latin typeface="Arial"/>
                <a:ea typeface="宋体"/>
              </a:rPr>
              <a:t>compile</a:t>
            </a:r>
            <a:r>
              <a:rPr lang="zh-CN" altLang="en-US">
                <a:solidFill>
                  <a:srgbClr val="000000"/>
                </a:solidFill>
                <a:latin typeface="Arial"/>
                <a:ea typeface="宋体"/>
              </a:rPr>
              <a:t>）、链接（</a:t>
            </a:r>
            <a:r>
              <a:rPr lang="en-US" altLang="zh-CN">
                <a:solidFill>
                  <a:srgbClr val="000000"/>
                </a:solidFill>
                <a:latin typeface="Arial"/>
                <a:ea typeface="宋体"/>
              </a:rPr>
              <a:t>link</a:t>
            </a:r>
            <a:r>
              <a:rPr lang="zh-CN" altLang="en-US">
                <a:solidFill>
                  <a:srgbClr val="000000"/>
                </a:solidFill>
                <a:latin typeface="Arial"/>
                <a:ea typeface="宋体"/>
              </a:rPr>
              <a:t>）两个步骤。编译是把源代码编译成机器码，链接是把各个模块的机器码和依赖库串连起来生成可执行文件。编译型语言编写的程序执行速度快，占用</a:t>
            </a:r>
            <a:r>
              <a:rPr lang="en-US" altLang="zh-CN">
                <a:solidFill>
                  <a:srgbClr val="000000"/>
                </a:solidFill>
                <a:latin typeface="Arial"/>
                <a:ea typeface="宋体"/>
              </a:rPr>
              <a:t>CPU</a:t>
            </a:r>
            <a:r>
              <a:rPr lang="zh-CN" altLang="en-US">
                <a:solidFill>
                  <a:srgbClr val="000000"/>
                </a:solidFill>
                <a:latin typeface="Arial"/>
                <a:ea typeface="宋体"/>
              </a:rPr>
              <a:t>等资源少，但调试不易且跨平台性差</a:t>
            </a:r>
            <a:endParaRPr lang="en-US" altLang="zh-CN">
              <a:solidFill>
                <a:srgbClr val="000000"/>
              </a:solidFill>
              <a:latin typeface="Arial"/>
              <a:ea typeface="宋体"/>
            </a:endParaRPr>
          </a:p>
          <a:p>
            <a:pPr marL="288000" lvl="0" indent="-288000" algn="just" defTabSz="914400" eaLnBrk="0" fontAlgn="base" hangingPunct="0">
              <a:lnSpc>
                <a:spcPct val="100000"/>
              </a:lnSpc>
              <a:spcBef>
                <a:spcPts val="600"/>
              </a:spcBef>
              <a:spcAft>
                <a:spcPct val="0"/>
              </a:spcAft>
              <a:buFontTx/>
              <a:buChar char="•"/>
            </a:pPr>
            <a:endParaRPr lang="en-US" altLang="zh-CN">
              <a:solidFill>
                <a:srgbClr val="000000"/>
              </a:solidFill>
              <a:latin typeface="Arial"/>
              <a:ea typeface="宋体"/>
            </a:endParaRPr>
          </a:p>
          <a:p>
            <a:pPr defTabSz="914400" eaLnBrk="0" fontAlgn="base" hangingPunct="0">
              <a:spcAft>
                <a:spcPct val="0"/>
              </a:spcAft>
              <a:buFontTx/>
              <a:buChar char="•"/>
            </a:pPr>
            <a:r>
              <a:rPr lang="zh-CN" altLang="en-US">
                <a:solidFill>
                  <a:srgbClr val="FF0000"/>
                </a:solidFill>
                <a:latin typeface="Arial"/>
                <a:ea typeface="宋体"/>
              </a:rPr>
              <a:t>解释型语言</a:t>
            </a:r>
            <a:r>
              <a:rPr lang="en-US" altLang="zh-CN">
                <a:solidFill>
                  <a:srgbClr val="FF0000"/>
                </a:solidFill>
                <a:latin typeface="Arial"/>
                <a:ea typeface="宋体"/>
              </a:rPr>
              <a:t>(interpreted language)</a:t>
            </a:r>
            <a:r>
              <a:rPr lang="zh-CN" altLang="en-US">
                <a:solidFill>
                  <a:srgbClr val="000000"/>
                </a:solidFill>
                <a:latin typeface="Arial"/>
                <a:ea typeface="宋体"/>
              </a:rPr>
              <a:t>：无须像编译型语言一样事先将源程序一次性地全部编译成机器代码，然后运行，而是在执行时由一个名为</a:t>
            </a:r>
            <a:r>
              <a:rPr lang="zh-CN" altLang="en-US">
                <a:solidFill>
                  <a:srgbClr val="0070C0"/>
                </a:solidFill>
                <a:latin typeface="Arial"/>
                <a:ea typeface="宋体"/>
              </a:rPr>
              <a:t>解释器</a:t>
            </a:r>
            <a:r>
              <a:rPr lang="en-US" altLang="zh-CN">
                <a:solidFill>
                  <a:srgbClr val="0070C0"/>
                </a:solidFill>
                <a:latin typeface="Arial"/>
                <a:ea typeface="宋体"/>
              </a:rPr>
              <a:t>(interpreter)</a:t>
            </a:r>
            <a:r>
              <a:rPr lang="zh-CN" altLang="en-US">
                <a:solidFill>
                  <a:srgbClr val="000000"/>
                </a:solidFill>
                <a:latin typeface="Arial"/>
                <a:ea typeface="宋体"/>
              </a:rPr>
              <a:t>的程序动态地将源程序逐句转换成机器代码并执行</a:t>
            </a:r>
            <a:endParaRPr lang="en-US" altLang="zh-CN">
              <a:solidFill>
                <a:srgbClr val="000000"/>
              </a:solidFill>
              <a:latin typeface="Arial"/>
              <a:ea typeface="宋体"/>
            </a:endParaRPr>
          </a:p>
          <a:p>
            <a:pPr lvl="1" defTabSz="914400" eaLnBrk="0" fontAlgn="base" hangingPunct="0">
              <a:lnSpc>
                <a:spcPct val="120000"/>
              </a:lnSpc>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优点：有良好的平台兼容性，在任何环境中都可以运行，前提是安装了解释器（虚拟机）。灵活，修改代码的时候直接修改就可以，可以快速部署，不用停机维护</a:t>
            </a:r>
          </a:p>
          <a:p>
            <a:pPr lvl="1" defTabSz="914400" eaLnBrk="0" fontAlgn="base" hangingPunct="0">
              <a:lnSpc>
                <a:spcPct val="120000"/>
              </a:lnSpc>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缺点：每次运行的时候都要解释一遍，性能上不如编译型语言</a:t>
            </a:r>
            <a:endParaRPr lang="en-US" altLang="en-US" sz="2200">
              <a:solidFill>
                <a:srgbClr val="000000"/>
              </a:solidFill>
              <a:latin typeface="Times New Roman" panose="02020603050405020304" pitchFamily="18" charset="0"/>
              <a:ea typeface="宋体"/>
              <a:cs typeface="Times New Roman" panose="02020603050405020304" pitchFamily="18" charset="0"/>
            </a:endParaRPr>
          </a:p>
          <a:p>
            <a:pPr marL="288000" lvl="0" indent="-288000" algn="just" defTabSz="914400" eaLnBrk="0" fontAlgn="base" hangingPunct="0">
              <a:lnSpc>
                <a:spcPct val="100000"/>
              </a:lnSpc>
              <a:spcBef>
                <a:spcPts val="600"/>
              </a:spcBef>
              <a:spcAft>
                <a:spcPct val="0"/>
              </a:spcAft>
              <a:buFontTx/>
              <a:buChar char="•"/>
            </a:pPr>
            <a:endParaRPr lang="en-US" altLang="en-US" sz="2200">
              <a:solidFill>
                <a:srgbClr val="000000"/>
              </a:solidFill>
              <a:latin typeface="Arial"/>
              <a:ea typeface="宋体"/>
              <a:hlinkClick r:id="rId2"/>
            </a:endParaRPr>
          </a:p>
          <a:p>
            <a:pPr marL="288000" lvl="0" indent="-288000" algn="just" defTabSz="914400" eaLnBrk="0" fontAlgn="base" hangingPunct="0">
              <a:lnSpc>
                <a:spcPct val="100000"/>
              </a:lnSpc>
              <a:spcBef>
                <a:spcPts val="600"/>
              </a:spcBef>
              <a:spcAft>
                <a:spcPct val="0"/>
              </a:spcAft>
              <a:buFontTx/>
              <a:buChar char="•"/>
            </a:pPr>
            <a:r>
              <a:rPr lang="en-US" altLang="en-US" sz="2200">
                <a:solidFill>
                  <a:srgbClr val="000000"/>
                </a:solidFill>
                <a:latin typeface="Arial"/>
                <a:ea typeface="宋体"/>
                <a:hlinkClick r:id="rId2"/>
              </a:rPr>
              <a:t>https://www.geeksforgeeks.org/difference-between-compiled-and-interpreted-language/</a:t>
            </a:r>
            <a:endParaRPr lang="en-US" altLang="en-US" sz="2200">
              <a:solidFill>
                <a:srgbClr val="000000"/>
              </a:solidFill>
              <a:latin typeface="Arial"/>
              <a:ea typeface="宋体"/>
            </a:endParaRPr>
          </a:p>
          <a:p>
            <a:endParaRPr lang="zh-CN" altLang="en-US"/>
          </a:p>
        </p:txBody>
      </p:sp>
      <p:sp>
        <p:nvSpPr>
          <p:cNvPr id="3" name="标题 2">
            <a:extLst>
              <a:ext uri="{FF2B5EF4-FFF2-40B4-BE49-F238E27FC236}">
                <a16:creationId xmlns:a16="http://schemas.microsoft.com/office/drawing/2014/main" id="{39AAC687-4BAC-4F46-8A60-B484D3350B43}"/>
              </a:ext>
            </a:extLst>
          </p:cNvPr>
          <p:cNvSpPr>
            <a:spLocks noGrp="1"/>
          </p:cNvSpPr>
          <p:nvPr>
            <p:ph type="title"/>
          </p:nvPr>
        </p:nvSpPr>
        <p:spPr/>
        <p:txBody>
          <a:bodyPr>
            <a:normAutofit fontScale="90000"/>
          </a:bodyPr>
          <a:lstStyle/>
          <a:p>
            <a:r>
              <a:rPr lang="en-US" altLang="zh-CN">
                <a:cs typeface="Times New Roman" panose="02020603050405020304" pitchFamily="18" charset="0"/>
              </a:rPr>
              <a:t>Compiled vs. Interpreted Language</a:t>
            </a:r>
            <a:endParaRPr lang="zh-CN" altLang="en-US">
              <a:cs typeface="Times New Roman" panose="02020603050405020304" pitchFamily="18" charset="0"/>
            </a:endParaRPr>
          </a:p>
        </p:txBody>
      </p:sp>
      <p:sp>
        <p:nvSpPr>
          <p:cNvPr id="4" name="AutoShape 2" descr="What is Compiled Language">
            <a:extLst>
              <a:ext uri="{FF2B5EF4-FFF2-40B4-BE49-F238E27FC236}">
                <a16:creationId xmlns:a16="http://schemas.microsoft.com/office/drawing/2014/main" id="{7604064F-82AB-7B8B-A983-7892C52CB97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079461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255E4-BA21-1AF6-5061-2C6AA1EC3B1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A838F0A-F233-6E53-1293-9CCB7960DE66}"/>
              </a:ext>
            </a:extLst>
          </p:cNvPr>
          <p:cNvSpPr>
            <a:spLocks noGrp="1"/>
          </p:cNvSpPr>
          <p:nvPr>
            <p:ph type="title"/>
          </p:nvPr>
        </p:nvSpPr>
        <p:spPr/>
        <p:txBody>
          <a:bodyPr>
            <a:normAutofit fontScale="90000"/>
          </a:bodyPr>
          <a:lstStyle/>
          <a:p>
            <a:r>
              <a:rPr lang="en-US" altLang="zh-CN">
                <a:cs typeface="Times New Roman" panose="02020603050405020304" pitchFamily="18" charset="0"/>
              </a:rPr>
              <a:t>Compiled vs. Interpreted Language</a:t>
            </a:r>
            <a:endParaRPr lang="zh-CN" altLang="en-US">
              <a:cs typeface="Times New Roman" panose="02020603050405020304" pitchFamily="18" charset="0"/>
            </a:endParaRPr>
          </a:p>
        </p:txBody>
      </p:sp>
      <p:pic>
        <p:nvPicPr>
          <p:cNvPr id="10" name="内容占位符 9">
            <a:extLst>
              <a:ext uri="{FF2B5EF4-FFF2-40B4-BE49-F238E27FC236}">
                <a16:creationId xmlns:a16="http://schemas.microsoft.com/office/drawing/2014/main" id="{24C162D9-8BEE-AC0B-1F70-86FF7E47E501}"/>
              </a:ext>
            </a:extLst>
          </p:cNvPr>
          <p:cNvPicPr>
            <a:picLocks noGrp="1" noChangeAspect="1"/>
          </p:cNvPicPr>
          <p:nvPr>
            <p:ph idx="1"/>
          </p:nvPr>
        </p:nvPicPr>
        <p:blipFill>
          <a:blip r:embed="rId2"/>
          <a:stretch>
            <a:fillRect/>
          </a:stretch>
        </p:blipFill>
        <p:spPr bwMode="auto">
          <a:xfrm>
            <a:off x="1652188" y="1156787"/>
            <a:ext cx="2676573" cy="4744834"/>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a:extLst>
              <a:ext uri="{FF2B5EF4-FFF2-40B4-BE49-F238E27FC236}">
                <a16:creationId xmlns:a16="http://schemas.microsoft.com/office/drawing/2014/main" id="{AC7BB588-E718-B218-3443-73F1D568CCA7}"/>
              </a:ext>
            </a:extLst>
          </p:cNvPr>
          <p:cNvPicPr>
            <a:picLocks noChangeAspect="1"/>
          </p:cNvPicPr>
          <p:nvPr/>
        </p:nvPicPr>
        <p:blipFill>
          <a:blip r:embed="rId3"/>
          <a:stretch>
            <a:fillRect/>
          </a:stretch>
        </p:blipFill>
        <p:spPr>
          <a:xfrm>
            <a:off x="5237858" y="1295400"/>
            <a:ext cx="2190750" cy="5562600"/>
          </a:xfrm>
          <a:prstGeom prst="rect">
            <a:avLst/>
          </a:prstGeom>
        </p:spPr>
      </p:pic>
    </p:spTree>
    <p:extLst>
      <p:ext uri="{BB962C8B-B14F-4D97-AF65-F5344CB8AC3E}">
        <p14:creationId xmlns:p14="http://schemas.microsoft.com/office/powerpoint/2010/main" val="1123059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4F442FA-2232-4146-9E9D-0F2434CB4F11}"/>
              </a:ext>
            </a:extLst>
          </p:cNvPr>
          <p:cNvSpPr>
            <a:spLocks noGrp="1"/>
          </p:cNvSpPr>
          <p:nvPr>
            <p:ph idx="1"/>
          </p:nvPr>
        </p:nvSpPr>
        <p:spPr/>
        <p:txBody>
          <a:bodyPr/>
          <a:lstStyle/>
          <a:p>
            <a:pPr marL="288000" indent="-288000" algn="just">
              <a:lnSpc>
                <a:spcPct val="100000"/>
              </a:lnSpc>
              <a:spcBef>
                <a:spcPts val="600"/>
              </a:spcBef>
            </a:pPr>
            <a:r>
              <a:rPr lang="en-US" altLang="zh-CN">
                <a:solidFill>
                  <a:srgbClr val="FF0000"/>
                </a:solidFill>
                <a:cs typeface="Times New Roman" panose="02020603050405020304" pitchFamily="18" charset="0"/>
              </a:rPr>
              <a:t>Python</a:t>
            </a:r>
            <a:r>
              <a:rPr lang="zh-CN" altLang="en-US">
                <a:solidFill>
                  <a:srgbClr val="FF0000"/>
                </a:solidFill>
                <a:latin typeface="Times New Roman" panose="02020603050405020304" pitchFamily="18" charset="0"/>
                <a:cs typeface="Times New Roman" panose="02020603050405020304" pitchFamily="18" charset="0"/>
              </a:rPr>
              <a:t>源程序</a:t>
            </a:r>
            <a:r>
              <a:rPr lang="zh-CN" altLang="en-US">
                <a:latin typeface="Times New Roman" panose="02020603050405020304" pitchFamily="18" charset="0"/>
                <a:cs typeface="Times New Roman" panose="02020603050405020304" pitchFamily="18" charset="0"/>
              </a:rPr>
              <a:t>就是由</a:t>
            </a:r>
            <a:r>
              <a:rPr lang="en-US" altLang="zh-CN">
                <a:cs typeface="Times New Roman" panose="02020603050405020304" pitchFamily="18" charset="0"/>
              </a:rPr>
              <a:t>Python</a:t>
            </a:r>
            <a:r>
              <a:rPr lang="zh-CN" altLang="en-US">
                <a:latin typeface="Times New Roman" panose="02020603050405020304" pitchFamily="18" charset="0"/>
                <a:cs typeface="Times New Roman" panose="02020603050405020304" pitchFamily="18" charset="0"/>
              </a:rPr>
              <a:t>语句构成的文本文件，习惯上以 </a:t>
            </a:r>
            <a:r>
              <a:rPr lang="en-US" altLang="zh-CN">
                <a:solidFill>
                  <a:srgbClr val="0070C0"/>
                </a:solidFill>
                <a:cs typeface="Times New Roman" panose="02020603050405020304" pitchFamily="18" charset="0"/>
              </a:rPr>
              <a:t>.py</a:t>
            </a:r>
            <a:r>
              <a:rPr lang="en-US" altLang="zh-CN">
                <a:cs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作为文件扩展名</a:t>
            </a:r>
            <a:endParaRPr lang="en-US" altLang="zh-CN">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r>
              <a:rPr lang="zh-CN" altLang="en-US">
                <a:latin typeface="Times New Roman" panose="02020603050405020304" pitchFamily="18" charset="0"/>
                <a:cs typeface="Times New Roman" panose="02020603050405020304" pitchFamily="18" charset="0"/>
              </a:rPr>
              <a:t>在运行时，</a:t>
            </a:r>
            <a:r>
              <a:rPr lang="en-US" altLang="zh-CN">
                <a:cs typeface="Times New Roman" panose="02020603050405020304" pitchFamily="18" charset="0"/>
              </a:rPr>
              <a:t>Python</a:t>
            </a:r>
            <a:r>
              <a:rPr lang="zh-CN" altLang="en-US">
                <a:latin typeface="Times New Roman" panose="02020603050405020304" pitchFamily="18" charset="0"/>
                <a:cs typeface="Times New Roman" panose="02020603050405020304" pitchFamily="18" charset="0"/>
              </a:rPr>
              <a:t>源程序先被自动编译成一连串</a:t>
            </a:r>
            <a:r>
              <a:rPr lang="zh-CN" altLang="en-US">
                <a:solidFill>
                  <a:srgbClr val="FF0000"/>
                </a:solidFill>
                <a:latin typeface="Times New Roman" panose="02020603050405020304" pitchFamily="18" charset="0"/>
                <a:cs typeface="Times New Roman" panose="02020603050405020304" pitchFamily="18" charset="0"/>
              </a:rPr>
              <a:t>字节码（</a:t>
            </a:r>
            <a:r>
              <a:rPr lang="en-US" altLang="zh-CN">
                <a:solidFill>
                  <a:srgbClr val="FF0000"/>
                </a:solidFill>
                <a:latin typeface="Times New Roman" panose="02020603050405020304" pitchFamily="18" charset="0"/>
                <a:cs typeface="Times New Roman" panose="02020603050405020304" pitchFamily="18" charset="0"/>
              </a:rPr>
              <a:t>bytecode</a:t>
            </a:r>
            <a:r>
              <a:rPr lang="zh-CN" altLang="en-US">
                <a:solidFill>
                  <a:srgbClr val="FF0000"/>
                </a:solidFill>
                <a:latin typeface="Times New Roman" panose="02020603050405020304" pitchFamily="18" charset="0"/>
                <a:cs typeface="Times New Roman" panose="02020603050405020304" pitchFamily="18" charset="0"/>
              </a:rPr>
              <a:t>）</a:t>
            </a:r>
            <a:r>
              <a:rPr lang="zh-CN" altLang="en-US">
                <a:latin typeface="Times New Roman" panose="02020603050405020304" pitchFamily="18" charset="0"/>
                <a:cs typeface="Times New Roman" panose="02020603050405020304" pitchFamily="18" charset="0"/>
              </a:rPr>
              <a:t>。字节码不像源代码一样可以供人阅读，它是编译器对源程序进行语法、语义分析后生成的紧凑的指令代码，</a:t>
            </a:r>
            <a:r>
              <a:rPr lang="zh-CN" altLang="en-US">
                <a:solidFill>
                  <a:srgbClr val="0070C0"/>
                </a:solidFill>
                <a:latin typeface="Times New Roman" panose="02020603050405020304" pitchFamily="18" charset="0"/>
                <a:cs typeface="Times New Roman" panose="02020603050405020304" pitchFamily="18" charset="0"/>
              </a:rPr>
              <a:t>以二进制形式存储</a:t>
            </a:r>
            <a:r>
              <a:rPr lang="zh-CN" altLang="en-US">
                <a:latin typeface="Times New Roman" panose="02020603050405020304" pitchFamily="18" charset="0"/>
                <a:cs typeface="Times New Roman" panose="02020603050405020304" pitchFamily="18" charset="0"/>
              </a:rPr>
              <a:t>。“字节码”这一名称源自其指令集由一个字节的操作码和一个字节的可选参数构成</a:t>
            </a:r>
            <a:endParaRPr lang="en-US" altLang="zh-CN">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r>
              <a:rPr lang="zh-CN" altLang="en-US">
                <a:latin typeface="Times New Roman" panose="02020603050405020304" pitchFamily="18" charset="0"/>
                <a:cs typeface="Times New Roman" panose="02020603050405020304" pitchFamily="18" charset="0"/>
              </a:rPr>
              <a:t>与普通编译型程序生成的机器码不同，字节码不能由</a:t>
            </a:r>
            <a:r>
              <a:rPr lang="en-US" altLang="zh-CN">
                <a:cs typeface="Times New Roman" panose="02020603050405020304" pitchFamily="18" charset="0"/>
              </a:rPr>
              <a:t>CPU</a:t>
            </a:r>
            <a:r>
              <a:rPr lang="zh-CN" altLang="en-US">
                <a:latin typeface="Times New Roman" panose="02020603050405020304" pitchFamily="18" charset="0"/>
                <a:cs typeface="Times New Roman" panose="02020603050405020304" pitchFamily="18" charset="0"/>
              </a:rPr>
              <a:t>直接执行，而需要由</a:t>
            </a:r>
            <a:r>
              <a:rPr lang="en-US" altLang="zh-CN">
                <a:solidFill>
                  <a:srgbClr val="FF0000"/>
                </a:solidFill>
                <a:cs typeface="Times New Roman" panose="02020603050405020304" pitchFamily="18" charset="0"/>
              </a:rPr>
              <a:t>Python</a:t>
            </a:r>
            <a:r>
              <a:rPr lang="zh-CN" altLang="en-US">
                <a:solidFill>
                  <a:srgbClr val="FF0000"/>
                </a:solidFill>
                <a:latin typeface="Times New Roman" panose="02020603050405020304" pitchFamily="18" charset="0"/>
                <a:cs typeface="Times New Roman" panose="02020603050405020304" pitchFamily="18" charset="0"/>
              </a:rPr>
              <a:t>虚拟机</a:t>
            </a:r>
            <a:r>
              <a:rPr lang="zh-CN" altLang="en-US">
                <a:latin typeface="Times New Roman" panose="02020603050405020304" pitchFamily="18" charset="0"/>
                <a:cs typeface="Times New Roman" panose="02020603050405020304" pitchFamily="18" charset="0"/>
              </a:rPr>
              <a:t>解释执行，它实际上是针对</a:t>
            </a:r>
            <a:r>
              <a:rPr lang="en-US" altLang="zh-CN">
                <a:cs typeface="Times New Roman" panose="02020603050405020304" pitchFamily="18" charset="0"/>
              </a:rPr>
              <a:t>Python</a:t>
            </a:r>
            <a:r>
              <a:rPr lang="zh-CN" altLang="en-US">
                <a:latin typeface="Times New Roman" panose="02020603050405020304" pitchFamily="18" charset="0"/>
                <a:cs typeface="Times New Roman" panose="02020603050405020304" pitchFamily="18" charset="0"/>
              </a:rPr>
              <a:t>虚拟机的一组指令</a:t>
            </a:r>
            <a:endParaRPr lang="en-US" altLang="zh-CN">
              <a:latin typeface="Times New Roman" panose="02020603050405020304" pitchFamily="18" charset="0"/>
              <a:cs typeface="Times New Roman" panose="02020603050405020304" pitchFamily="18" charset="0"/>
            </a:endParaRPr>
          </a:p>
        </p:txBody>
      </p:sp>
      <p:sp>
        <p:nvSpPr>
          <p:cNvPr id="3" name="标题 2">
            <a:extLst>
              <a:ext uri="{FF2B5EF4-FFF2-40B4-BE49-F238E27FC236}">
                <a16:creationId xmlns:a16="http://schemas.microsoft.com/office/drawing/2014/main" id="{B3ABE479-E33F-44B6-9634-1E8B8CD655CC}"/>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程序的执行过程</a:t>
            </a:r>
          </a:p>
        </p:txBody>
      </p:sp>
    </p:spTree>
    <p:extLst>
      <p:ext uri="{BB962C8B-B14F-4D97-AF65-F5344CB8AC3E}">
        <p14:creationId xmlns:p14="http://schemas.microsoft.com/office/powerpoint/2010/main" val="3045835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1">
            <a:extLst>
              <a:ext uri="{FF2B5EF4-FFF2-40B4-BE49-F238E27FC236}">
                <a16:creationId xmlns:a16="http://schemas.microsoft.com/office/drawing/2014/main" id="{E01577B1-E3E9-4F5E-BB17-E1E78AB0C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3699" y="3125180"/>
            <a:ext cx="4945546" cy="3493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a:extLst>
              <a:ext uri="{FF2B5EF4-FFF2-40B4-BE49-F238E27FC236}">
                <a16:creationId xmlns:a16="http://schemas.microsoft.com/office/drawing/2014/main" id="{23C02AE2-8ED0-4E12-AAF0-34985067B5B1}"/>
              </a:ext>
            </a:extLst>
          </p:cNvPr>
          <p:cNvSpPr>
            <a:spLocks noGrp="1"/>
          </p:cNvSpPr>
          <p:nvPr>
            <p:ph idx="1"/>
          </p:nvPr>
        </p:nvSpPr>
        <p:spPr>
          <a:xfrm>
            <a:off x="256783" y="1156787"/>
            <a:ext cx="8630431" cy="5456955"/>
          </a:xfrm>
        </p:spPr>
        <p:txBody>
          <a:bodyPr>
            <a:normAutofit/>
          </a:bodyPr>
          <a:lstStyle/>
          <a:p>
            <a:pPr marL="288000" indent="-288000" algn="just">
              <a:lnSpc>
                <a:spcPct val="100000"/>
              </a:lnSpc>
              <a:spcBef>
                <a:spcPts val="600"/>
              </a:spcBef>
            </a:pPr>
            <a:r>
              <a:rPr lang="zh-CN" altLang="en-US" sz="2200">
                <a:latin typeface="Times New Roman" panose="02020603050405020304" pitchFamily="18" charset="0"/>
                <a:cs typeface="Times New Roman" panose="02020603050405020304" pitchFamily="18" charset="0"/>
              </a:rPr>
              <a:t>当</a:t>
            </a:r>
            <a:r>
              <a:rPr lang="en-US" altLang="zh-CN" sz="2200">
                <a:latin typeface="Times New Roman" panose="02020603050405020304" pitchFamily="18" charset="0"/>
                <a:cs typeface="Times New Roman" panose="02020603050405020304" pitchFamily="18" charset="0"/>
              </a:rPr>
              <a:t>Python</a:t>
            </a:r>
            <a:r>
              <a:rPr lang="zh-CN" altLang="en-US" sz="2200">
                <a:latin typeface="Times New Roman" panose="02020603050405020304" pitchFamily="18" charset="0"/>
                <a:cs typeface="Times New Roman" panose="02020603050405020304" pitchFamily="18" charset="0"/>
              </a:rPr>
              <a:t>在所运行的机器上有“写权限”时，编译生成的字节码会以 </a:t>
            </a:r>
            <a:r>
              <a:rPr lang="en-US" altLang="zh-CN" sz="2200">
                <a:solidFill>
                  <a:srgbClr val="FF0000"/>
                </a:solidFill>
                <a:latin typeface="Times New Roman" panose="02020603050405020304" pitchFamily="18" charset="0"/>
                <a:cs typeface="Times New Roman" panose="02020603050405020304" pitchFamily="18" charset="0"/>
              </a:rPr>
              <a:t>.pyc</a:t>
            </a:r>
            <a:r>
              <a:rPr lang="en-US" altLang="zh-CN" sz="2200">
                <a:solidFill>
                  <a:srgbClr val="0070C0"/>
                </a:solidFill>
                <a:latin typeface="Times New Roman" panose="02020603050405020304" pitchFamily="18" charset="0"/>
                <a:cs typeface="Times New Roman" panose="02020603050405020304" pitchFamily="18" charset="0"/>
              </a:rPr>
              <a:t> </a:t>
            </a:r>
            <a:r>
              <a:rPr lang="zh-CN" altLang="en-US" sz="2200">
                <a:latin typeface="Times New Roman" panose="02020603050405020304" pitchFamily="18" charset="0"/>
                <a:cs typeface="Times New Roman" panose="02020603050405020304" pitchFamily="18" charset="0"/>
              </a:rPr>
              <a:t>为文件扩展名存储在本地，从而在下次执行时无须再次编译就可以直接加载运行</a:t>
            </a:r>
            <a:endParaRPr lang="en-US" altLang="zh-CN" sz="22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r>
              <a:rPr lang="zh-CN" altLang="en-US" sz="2200">
                <a:latin typeface="Times New Roman" panose="02020603050405020304" pitchFamily="18" charset="0"/>
                <a:cs typeface="Times New Roman" panose="02020603050405020304" pitchFamily="18" charset="0"/>
              </a:rPr>
              <a:t>当运行源程序时，</a:t>
            </a:r>
            <a:r>
              <a:rPr lang="en-US" altLang="zh-CN" sz="2200">
                <a:latin typeface="Times New Roman" panose="02020603050405020304" pitchFamily="18" charset="0"/>
                <a:cs typeface="Times New Roman" panose="02020603050405020304" pitchFamily="18" charset="0"/>
              </a:rPr>
              <a:t>Python</a:t>
            </a:r>
            <a:r>
              <a:rPr lang="zh-CN" altLang="en-US" sz="2200">
                <a:latin typeface="Times New Roman" panose="02020603050405020304" pitchFamily="18" charset="0"/>
                <a:cs typeface="Times New Roman" panose="02020603050405020304" pitchFamily="18" charset="0"/>
              </a:rPr>
              <a:t>会先在相应位置寻找</a:t>
            </a:r>
            <a:r>
              <a:rPr lang="en-US" altLang="zh-CN" sz="2200">
                <a:latin typeface="Times New Roman" panose="02020603050405020304" pitchFamily="18" charset="0"/>
                <a:cs typeface="Times New Roman" panose="02020603050405020304" pitchFamily="18" charset="0"/>
              </a:rPr>
              <a:t>.pyc</a:t>
            </a:r>
            <a:r>
              <a:rPr lang="zh-CN" altLang="en-US" sz="2200">
                <a:latin typeface="Times New Roman" panose="02020603050405020304" pitchFamily="18" charset="0"/>
                <a:cs typeface="Times New Roman" panose="02020603050405020304" pitchFamily="18" charset="0"/>
              </a:rPr>
              <a:t>文件。当找到</a:t>
            </a:r>
            <a:r>
              <a:rPr lang="en-US" altLang="zh-CN" sz="2200">
                <a:latin typeface="Times New Roman" panose="02020603050405020304" pitchFamily="18" charset="0"/>
                <a:cs typeface="Times New Roman" panose="02020603050405020304" pitchFamily="18" charset="0"/>
              </a:rPr>
              <a:t>.pyc</a:t>
            </a:r>
            <a:r>
              <a:rPr lang="zh-CN" altLang="en-US" sz="2200">
                <a:latin typeface="Times New Roman" panose="02020603050405020304" pitchFamily="18" charset="0"/>
                <a:cs typeface="Times New Roman" panose="02020603050405020304" pitchFamily="18" charset="0"/>
              </a:rPr>
              <a:t>文件后，通过比较 </a:t>
            </a:r>
            <a:r>
              <a:rPr lang="en-US" altLang="zh-CN" sz="2200">
                <a:latin typeface="Times New Roman" panose="02020603050405020304" pitchFamily="18" charset="0"/>
                <a:cs typeface="Times New Roman" panose="02020603050405020304" pitchFamily="18" charset="0"/>
              </a:rPr>
              <a:t>.pyc </a:t>
            </a:r>
            <a:r>
              <a:rPr lang="zh-CN" altLang="en-US" sz="2200">
                <a:latin typeface="Times New Roman" panose="02020603050405020304" pitchFamily="18" charset="0"/>
                <a:cs typeface="Times New Roman" panose="02020603050405020304" pitchFamily="18" charset="0"/>
              </a:rPr>
              <a:t>文件和</a:t>
            </a:r>
            <a:r>
              <a:rPr lang="en-US" altLang="zh-CN" sz="2200">
                <a:latin typeface="Times New Roman" panose="02020603050405020304" pitchFamily="18" charset="0"/>
                <a:cs typeface="Times New Roman" panose="02020603050405020304" pitchFamily="18" charset="0"/>
              </a:rPr>
              <a:t>.py</a:t>
            </a:r>
            <a:r>
              <a:rPr lang="zh-CN" altLang="en-US" sz="2200">
                <a:latin typeface="Times New Roman" panose="02020603050405020304" pitchFamily="18" charset="0"/>
                <a:cs typeface="Times New Roman" panose="02020603050405020304" pitchFamily="18" charset="0"/>
              </a:rPr>
              <a:t>文件最近一次的修改时间判断是否需要重新编译</a:t>
            </a:r>
            <a:endParaRPr lang="en-US" altLang="zh-CN" sz="2200">
              <a:latin typeface="Times New Roman" panose="02020603050405020304" pitchFamily="18" charset="0"/>
              <a:cs typeface="Times New Roman" panose="02020603050405020304" pitchFamily="18" charset="0"/>
            </a:endParaRPr>
          </a:p>
        </p:txBody>
      </p:sp>
      <p:sp>
        <p:nvSpPr>
          <p:cNvPr id="3" name="标题 2">
            <a:extLst>
              <a:ext uri="{FF2B5EF4-FFF2-40B4-BE49-F238E27FC236}">
                <a16:creationId xmlns:a16="http://schemas.microsoft.com/office/drawing/2014/main" id="{26EC4C0B-D0E4-4B5E-99C3-7549B65CE23B}"/>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程序的执行过程</a:t>
            </a:r>
          </a:p>
        </p:txBody>
      </p:sp>
    </p:spTree>
    <p:extLst>
      <p:ext uri="{BB962C8B-B14F-4D97-AF65-F5344CB8AC3E}">
        <p14:creationId xmlns:p14="http://schemas.microsoft.com/office/powerpoint/2010/main" val="2058749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522AF-63A3-F461-EDC4-23D953FB0B53}"/>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DD1F8B60-160D-AE89-935E-47A288625722}"/>
              </a:ext>
            </a:extLst>
          </p:cNvPr>
          <p:cNvSpPr>
            <a:spLocks noGrp="1"/>
          </p:cNvSpPr>
          <p:nvPr>
            <p:ph idx="1"/>
          </p:nvPr>
        </p:nvSpPr>
        <p:spPr/>
        <p:txBody>
          <a:bodyPr>
            <a:normAutofit lnSpcReduction="10000"/>
          </a:bodyPr>
          <a:lstStyle/>
          <a:p>
            <a:pPr marL="288000" indent="-288000" algn="just">
              <a:lnSpc>
                <a:spcPct val="100000"/>
              </a:lnSpc>
              <a:spcBef>
                <a:spcPts val="600"/>
              </a:spcBef>
            </a:pPr>
            <a:r>
              <a:rPr lang="en-US" altLang="zh-CN">
                <a:cs typeface="Times New Roman" panose="02020603050405020304" pitchFamily="18" charset="0"/>
              </a:rPr>
              <a:t>Python</a:t>
            </a:r>
            <a:r>
              <a:rPr lang="zh-CN" altLang="en-US">
                <a:cs typeface="Times New Roman" panose="02020603050405020304" pitchFamily="18" charset="0"/>
              </a:rPr>
              <a:t>源程序（以</a:t>
            </a:r>
            <a:r>
              <a:rPr lang="en-US" altLang="zh-CN">
                <a:cs typeface="Times New Roman" panose="02020603050405020304" pitchFamily="18" charset="0"/>
              </a:rPr>
              <a:t>.py</a:t>
            </a:r>
            <a:r>
              <a:rPr lang="zh-CN" altLang="en-US">
                <a:cs typeface="Times New Roman" panose="02020603050405020304" pitchFamily="18" charset="0"/>
              </a:rPr>
              <a:t>为扩展名的文本文件）的执行过程分为两步：</a:t>
            </a:r>
            <a:endParaRPr lang="en-US" altLang="zh-CN">
              <a:cs typeface="Times New Roman" panose="02020603050405020304" pitchFamily="18" charset="0"/>
            </a:endParaRPr>
          </a:p>
          <a:p>
            <a:pPr marL="889200" lvl="1" indent="-457200" defTabSz="914400" eaLnBrk="0" fontAlgn="base" hangingPunct="0">
              <a:spcAft>
                <a:spcPct val="0"/>
              </a:spcAft>
              <a:buFont typeface="+mj-lt"/>
              <a:buAutoNum type="arabicPeriod"/>
            </a:pPr>
            <a:r>
              <a:rPr lang="zh-CN" altLang="en-US" sz="2200">
                <a:solidFill>
                  <a:srgbClr val="000000"/>
                </a:solidFill>
                <a:latin typeface="Times New Roman" panose="02020603050405020304" pitchFamily="18" charset="0"/>
                <a:ea typeface="宋体"/>
                <a:cs typeface="Times New Roman" panose="02020603050405020304" pitchFamily="18" charset="0"/>
              </a:rPr>
              <a:t>源代码被自动编译生成字节码（</a:t>
            </a:r>
            <a:r>
              <a:rPr lang="en-US" altLang="zh-CN" sz="2200">
                <a:solidFill>
                  <a:srgbClr val="000000"/>
                </a:solidFill>
                <a:latin typeface="Times New Roman" panose="02020603050405020304" pitchFamily="18" charset="0"/>
                <a:ea typeface="宋体"/>
                <a:cs typeface="Times New Roman" panose="02020603050405020304" pitchFamily="18" charset="0"/>
              </a:rPr>
              <a:t>bytecode</a:t>
            </a:r>
            <a:r>
              <a:rPr lang="zh-CN" altLang="en-US" sz="2200">
                <a:solidFill>
                  <a:srgbClr val="000000"/>
                </a:solidFill>
                <a:latin typeface="Times New Roman" panose="02020603050405020304" pitchFamily="18" charset="0"/>
                <a:ea typeface="宋体"/>
                <a:cs typeface="Times New Roman" panose="02020603050405020304" pitchFamily="18" charset="0"/>
              </a:rPr>
              <a:t>）</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889200" lvl="1" indent="-457200" defTabSz="914400" eaLnBrk="0" fontAlgn="base" hangingPunct="0">
              <a:spcAft>
                <a:spcPct val="0"/>
              </a:spcAft>
              <a:buFont typeface="+mj-lt"/>
              <a:buAutoNum type="arabicPeriod"/>
            </a:pPr>
            <a:r>
              <a:rPr lang="en-US" altLang="zh-CN" sz="2200">
                <a:solidFill>
                  <a:srgbClr val="000000"/>
                </a:solidFill>
                <a:latin typeface="Times New Roman" panose="02020603050405020304" pitchFamily="18" charset="0"/>
                <a:ea typeface="宋体"/>
                <a:cs typeface="Times New Roman" panose="02020603050405020304" pitchFamily="18" charset="0"/>
              </a:rPr>
              <a:t>Python</a:t>
            </a:r>
            <a:r>
              <a:rPr lang="zh-CN" altLang="en-US" sz="2200">
                <a:solidFill>
                  <a:srgbClr val="000000"/>
                </a:solidFill>
                <a:latin typeface="Times New Roman" panose="02020603050405020304" pitchFamily="18" charset="0"/>
                <a:ea typeface="宋体"/>
                <a:cs typeface="Times New Roman" panose="02020603050405020304" pitchFamily="18" charset="0"/>
              </a:rPr>
              <a:t>虚拟机解释执行字节码</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288000" indent="-288000" algn="just">
              <a:lnSpc>
                <a:spcPct val="100000"/>
              </a:lnSpc>
              <a:spcBef>
                <a:spcPts val="600"/>
              </a:spcBef>
            </a:pPr>
            <a:endParaRPr lang="en-US" altLang="zh-CN">
              <a:cs typeface="Times New Roman" panose="02020603050405020304" pitchFamily="18" charset="0"/>
            </a:endParaRPr>
          </a:p>
          <a:p>
            <a:pPr marL="288000" indent="-288000" algn="just">
              <a:lnSpc>
                <a:spcPct val="100000"/>
              </a:lnSpc>
              <a:spcBef>
                <a:spcPts val="600"/>
              </a:spcBef>
            </a:pPr>
            <a:r>
              <a:rPr lang="zh-CN" altLang="en-US">
                <a:cs typeface="Times New Roman" panose="02020603050405020304" pitchFamily="18" charset="0"/>
              </a:rPr>
              <a:t>有人认为，编译和解释的区别在于编译是一次性地翻译，源程序一经编译，生成的机器码就可以直接由</a:t>
            </a:r>
            <a:r>
              <a:rPr lang="en-US" altLang="zh-CN">
                <a:cs typeface="Times New Roman" panose="02020603050405020304" pitchFamily="18" charset="0"/>
              </a:rPr>
              <a:t>CPU</a:t>
            </a:r>
            <a:r>
              <a:rPr lang="zh-CN" altLang="en-US">
                <a:cs typeface="Times New Roman" panose="02020603050405020304" pitchFamily="18" charset="0"/>
              </a:rPr>
              <a:t>执行。而</a:t>
            </a:r>
            <a:r>
              <a:rPr lang="en-US" altLang="zh-CN">
                <a:cs typeface="Times New Roman" panose="02020603050405020304" pitchFamily="18" charset="0"/>
              </a:rPr>
              <a:t>Python</a:t>
            </a:r>
            <a:r>
              <a:rPr lang="zh-CN" altLang="en-US">
                <a:cs typeface="Times New Roman" panose="02020603050405020304" pitchFamily="18" charset="0"/>
              </a:rPr>
              <a:t>程序在执行时会先被编译成字节码，字节码是一种中间码，不能被</a:t>
            </a:r>
            <a:r>
              <a:rPr lang="en-US" altLang="zh-CN">
                <a:cs typeface="Times New Roman" panose="02020603050405020304" pitchFamily="18" charset="0"/>
              </a:rPr>
              <a:t>CPU</a:t>
            </a:r>
            <a:r>
              <a:rPr lang="zh-CN" altLang="en-US">
                <a:cs typeface="Times New Roman" panose="02020603050405020304" pitchFamily="18" charset="0"/>
              </a:rPr>
              <a:t>直接执行，还需交由</a:t>
            </a:r>
            <a:r>
              <a:rPr lang="en-US" altLang="zh-CN">
                <a:cs typeface="Times New Roman" panose="02020603050405020304" pitchFamily="18" charset="0"/>
              </a:rPr>
              <a:t>Python</a:t>
            </a:r>
            <a:r>
              <a:rPr lang="zh-CN" altLang="en-US">
                <a:cs typeface="Times New Roman" panose="02020603050405020304" pitchFamily="18" charset="0"/>
              </a:rPr>
              <a:t>虚拟机解释执行。由此看来，</a:t>
            </a:r>
            <a:r>
              <a:rPr lang="en-US" altLang="zh-CN">
                <a:cs typeface="Times New Roman" panose="02020603050405020304" pitchFamily="18" charset="0"/>
              </a:rPr>
              <a:t>Python</a:t>
            </a:r>
            <a:r>
              <a:rPr lang="zh-CN" altLang="en-US">
                <a:cs typeface="Times New Roman" panose="02020603050405020304" pitchFamily="18" charset="0"/>
              </a:rPr>
              <a:t>属于解释型语言。这是一种合理的说法</a:t>
            </a:r>
            <a:endParaRPr lang="en-US" altLang="zh-CN">
              <a:cs typeface="Times New Roman" panose="02020603050405020304" pitchFamily="18" charset="0"/>
            </a:endParaRPr>
          </a:p>
          <a:p>
            <a:pPr marL="288000" indent="-288000" algn="just">
              <a:lnSpc>
                <a:spcPct val="100000"/>
              </a:lnSpc>
              <a:spcBef>
                <a:spcPts val="600"/>
              </a:spcBef>
            </a:pPr>
            <a:endParaRPr lang="en-US" altLang="zh-CN">
              <a:cs typeface="Times New Roman" panose="02020603050405020304" pitchFamily="18" charset="0"/>
            </a:endParaRPr>
          </a:p>
          <a:p>
            <a:pPr marL="288000" indent="-288000" algn="just">
              <a:lnSpc>
                <a:spcPct val="100000"/>
              </a:lnSpc>
              <a:spcBef>
                <a:spcPts val="600"/>
              </a:spcBef>
            </a:pPr>
            <a:r>
              <a:rPr lang="zh-CN" altLang="en-US">
                <a:cs typeface="Times New Roman" panose="02020603050405020304" pitchFamily="18" charset="0"/>
              </a:rPr>
              <a:t>更合理的说法是，</a:t>
            </a:r>
            <a:r>
              <a:rPr lang="en-US" altLang="zh-CN">
                <a:solidFill>
                  <a:srgbClr val="FF0000"/>
                </a:solidFill>
                <a:cs typeface="Times New Roman" panose="02020603050405020304" pitchFamily="18" charset="0"/>
              </a:rPr>
              <a:t>Python</a:t>
            </a:r>
            <a:r>
              <a:rPr lang="zh-CN" altLang="en-US">
                <a:solidFill>
                  <a:srgbClr val="FF0000"/>
                </a:solidFill>
                <a:cs typeface="Times New Roman" panose="02020603050405020304" pitchFamily="18" charset="0"/>
              </a:rPr>
              <a:t>是解释型语言，同时带有一些编译特征，或者说，</a:t>
            </a:r>
            <a:r>
              <a:rPr lang="en-US" altLang="zh-CN">
                <a:solidFill>
                  <a:srgbClr val="FF0000"/>
                </a:solidFill>
                <a:cs typeface="Times New Roman" panose="02020603050405020304" pitchFamily="18" charset="0"/>
              </a:rPr>
              <a:t>Python</a:t>
            </a:r>
            <a:r>
              <a:rPr lang="zh-CN" altLang="en-US">
                <a:solidFill>
                  <a:srgbClr val="FF0000"/>
                </a:solidFill>
                <a:cs typeface="Times New Roman" panose="02020603050405020304" pitchFamily="18" charset="0"/>
              </a:rPr>
              <a:t>是兼具编译型和解释型特点的语言</a:t>
            </a:r>
            <a:endParaRPr lang="en-US" altLang="zh-CN">
              <a:latin typeface="Times New Roman" panose="02020603050405020304" pitchFamily="18" charset="0"/>
              <a:cs typeface="Times New Roman" panose="02020603050405020304" pitchFamily="18" charset="0"/>
            </a:endParaRPr>
          </a:p>
        </p:txBody>
      </p:sp>
      <p:sp>
        <p:nvSpPr>
          <p:cNvPr id="3" name="标题 2">
            <a:extLst>
              <a:ext uri="{FF2B5EF4-FFF2-40B4-BE49-F238E27FC236}">
                <a16:creationId xmlns:a16="http://schemas.microsoft.com/office/drawing/2014/main" id="{199DE0EF-6E40-7101-B28E-635E26D47C69}"/>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程序的执行过程</a:t>
            </a:r>
          </a:p>
        </p:txBody>
      </p:sp>
    </p:spTree>
    <p:extLst>
      <p:ext uri="{BB962C8B-B14F-4D97-AF65-F5344CB8AC3E}">
        <p14:creationId xmlns:p14="http://schemas.microsoft.com/office/powerpoint/2010/main" val="993138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A4940-AE9F-44BE-A0E7-01A78F0FC220}"/>
              </a:ext>
            </a:extLst>
          </p:cNvPr>
          <p:cNvSpPr>
            <a:spLocks noGrp="1"/>
          </p:cNvSpPr>
          <p:nvPr>
            <p:ph type="title"/>
          </p:nvPr>
        </p:nvSpPr>
        <p:spPr>
          <a:xfrm>
            <a:off x="252000" y="1709739"/>
            <a:ext cx="8627166" cy="2852737"/>
          </a:xfrm>
        </p:spPr>
        <p:txBody>
          <a:bodyPr/>
          <a:lstStyle/>
          <a:p>
            <a:pPr algn="ctr"/>
            <a:r>
              <a:rPr lang="zh-CN" altLang="en-US">
                <a:latin typeface="Times New Roman" panose="02020603050405020304" pitchFamily="18" charset="0"/>
                <a:cs typeface="Times New Roman" panose="02020603050405020304" pitchFamily="18" charset="0"/>
              </a:rPr>
              <a:t>安装</a:t>
            </a:r>
            <a:r>
              <a:rPr lang="en-US" altLang="zh-CN">
                <a:cs typeface="Times New Roman" panose="02020603050405020304" pitchFamily="18" charset="0"/>
              </a:rPr>
              <a:t>Python</a:t>
            </a:r>
            <a:endParaRPr lang="zh-CN" altLang="en-US"/>
          </a:p>
        </p:txBody>
      </p:sp>
      <p:sp>
        <p:nvSpPr>
          <p:cNvPr id="3" name="文本占位符 2">
            <a:extLst>
              <a:ext uri="{FF2B5EF4-FFF2-40B4-BE49-F238E27FC236}">
                <a16:creationId xmlns:a16="http://schemas.microsoft.com/office/drawing/2014/main" id="{4D72AFC0-9E8B-43DD-97E3-170D97DEBD85}"/>
              </a:ext>
            </a:extLst>
          </p:cNvPr>
          <p:cNvSpPr>
            <a:spLocks noGrp="1"/>
          </p:cNvSpPr>
          <p:nvPr>
            <p:ph type="body" idx="1"/>
          </p:nvPr>
        </p:nvSpPr>
        <p:spPr>
          <a:xfrm>
            <a:off x="252000" y="4589464"/>
            <a:ext cx="8627166" cy="1500187"/>
          </a:xfrm>
        </p:spPr>
        <p:txBody>
          <a:bodyPr>
            <a:normAutofit/>
          </a:bodyPr>
          <a:lstStyle/>
          <a:p>
            <a:endParaRPr lang="zh-CN" altLang="en-US" sz="2400"/>
          </a:p>
        </p:txBody>
      </p:sp>
    </p:spTree>
    <p:extLst>
      <p:ext uri="{BB962C8B-B14F-4D97-AF65-F5344CB8AC3E}">
        <p14:creationId xmlns:p14="http://schemas.microsoft.com/office/powerpoint/2010/main" val="1745207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DC00BF-CDC9-4563-A809-557FA4622D0A}"/>
              </a:ext>
            </a:extLst>
          </p:cNvPr>
          <p:cNvSpPr>
            <a:spLocks noGrp="1"/>
          </p:cNvSpPr>
          <p:nvPr>
            <p:ph idx="1"/>
          </p:nvPr>
        </p:nvSpPr>
        <p:spPr/>
        <p:txBody>
          <a:bodyPr/>
          <a:lstStyle/>
          <a:p>
            <a:pPr marL="288000" indent="-288000" algn="just">
              <a:lnSpc>
                <a:spcPct val="100000"/>
              </a:lnSpc>
              <a:spcBef>
                <a:spcPts val="600"/>
              </a:spcBef>
            </a:pPr>
            <a:r>
              <a:rPr lang="zh-CN" altLang="en-US">
                <a:cs typeface="Times New Roman" panose="02020603050405020304" pitchFamily="18" charset="0"/>
              </a:rPr>
              <a:t>在</a:t>
            </a:r>
            <a:r>
              <a:rPr lang="en-US" altLang="zh-CN">
                <a:cs typeface="Times New Roman" panose="02020603050405020304" pitchFamily="18" charset="0"/>
              </a:rPr>
              <a:t>Windows</a:t>
            </a:r>
            <a:r>
              <a:rPr lang="zh-CN" altLang="en-US">
                <a:cs typeface="Times New Roman" panose="02020603050405020304" pitchFamily="18" charset="0"/>
              </a:rPr>
              <a:t>下安装</a:t>
            </a:r>
            <a:r>
              <a:rPr lang="en-US" altLang="zh-CN">
                <a:cs typeface="Times New Roman" panose="02020603050405020304" pitchFamily="18" charset="0"/>
              </a:rPr>
              <a:t>Python</a:t>
            </a:r>
            <a:r>
              <a:rPr lang="zh-CN" altLang="en-US">
                <a:cs typeface="Times New Roman" panose="02020603050405020304" pitchFamily="18" charset="0"/>
              </a:rPr>
              <a:t>的最简单的方法是下载可执行安装文件，双击其图标后在每次提示时单击“是”或“下一步”按钮，以执行默认安装</a:t>
            </a:r>
            <a:endParaRPr lang="en-US" altLang="zh-CN">
              <a:cs typeface="Times New Roman" panose="02020603050405020304" pitchFamily="18" charset="0"/>
            </a:endParaRPr>
          </a:p>
          <a:p>
            <a:pPr marL="288000" indent="-288000" algn="just">
              <a:lnSpc>
                <a:spcPct val="100000"/>
              </a:lnSpc>
              <a:spcBef>
                <a:spcPts val="600"/>
              </a:spcBef>
            </a:pPr>
            <a:r>
              <a:rPr lang="zh-CN" altLang="en-US">
                <a:cs typeface="Times New Roman" panose="02020603050405020304" pitchFamily="18" charset="0"/>
              </a:rPr>
              <a:t>在默认情况下，</a:t>
            </a:r>
            <a:r>
              <a:rPr lang="en-US" altLang="zh-CN">
                <a:cs typeface="Times New Roman" panose="02020603050405020304" pitchFamily="18" charset="0"/>
              </a:rPr>
              <a:t>Python</a:t>
            </a:r>
            <a:r>
              <a:rPr lang="zh-CN" altLang="en-US">
                <a:cs typeface="Times New Roman" panose="02020603050405020304" pitchFamily="18" charset="0"/>
              </a:rPr>
              <a:t>安装程序会将其可执行文件放置在当前用户的</a:t>
            </a:r>
            <a:r>
              <a:rPr lang="en-US" altLang="zh-CN" err="1">
                <a:cs typeface="Times New Roman" panose="02020603050405020304" pitchFamily="18" charset="0"/>
              </a:rPr>
              <a:t>AppData</a:t>
            </a:r>
            <a:r>
              <a:rPr lang="zh-CN" altLang="en-US">
                <a:cs typeface="Times New Roman" panose="02020603050405020304" pitchFamily="18" charset="0"/>
              </a:rPr>
              <a:t>目录之下，如此做的好处是安装、运行无需管理员权限。当有足够权限或希望多个用户共享一个</a:t>
            </a:r>
            <a:r>
              <a:rPr lang="en-US" altLang="zh-CN">
                <a:cs typeface="Times New Roman" panose="02020603050405020304" pitchFamily="18" charset="0"/>
              </a:rPr>
              <a:t>Python</a:t>
            </a:r>
            <a:r>
              <a:rPr lang="zh-CN" altLang="en-US">
                <a:cs typeface="Times New Roman" panose="02020603050405020304" pitchFamily="18" charset="0"/>
              </a:rPr>
              <a:t>时，习惯的做法是将</a:t>
            </a:r>
            <a:r>
              <a:rPr lang="en-US" altLang="zh-CN">
                <a:cs typeface="Times New Roman" panose="02020603050405020304" pitchFamily="18" charset="0"/>
              </a:rPr>
              <a:t>Python</a:t>
            </a:r>
            <a:r>
              <a:rPr lang="zh-CN" altLang="en-US">
                <a:cs typeface="Times New Roman" panose="02020603050405020304" pitchFamily="18" charset="0"/>
              </a:rPr>
              <a:t>安装至</a:t>
            </a:r>
            <a:r>
              <a:rPr lang="en-US" altLang="zh-CN">
                <a:cs typeface="Times New Roman" panose="02020603050405020304" pitchFamily="18" charset="0"/>
              </a:rPr>
              <a:t>C</a:t>
            </a:r>
            <a:r>
              <a:rPr lang="zh-CN" altLang="en-US">
                <a:cs typeface="Times New Roman" panose="02020603050405020304" pitchFamily="18" charset="0"/>
              </a:rPr>
              <a:t>盘根目录，如将</a:t>
            </a:r>
            <a:r>
              <a:rPr lang="en-US" altLang="zh-CN">
                <a:cs typeface="Times New Roman" panose="02020603050405020304" pitchFamily="18" charset="0"/>
              </a:rPr>
              <a:t>Python 3.9</a:t>
            </a:r>
            <a:r>
              <a:rPr lang="zh-CN" altLang="en-US">
                <a:cs typeface="Times New Roman" panose="02020603050405020304" pitchFamily="18" charset="0"/>
              </a:rPr>
              <a:t>安装至目录</a:t>
            </a:r>
            <a:r>
              <a:rPr lang="en-US" altLang="zh-CN">
                <a:cs typeface="Times New Roman" panose="02020603050405020304" pitchFamily="18" charset="0"/>
              </a:rPr>
              <a:t>C:\Python39</a:t>
            </a:r>
          </a:p>
          <a:p>
            <a:pPr marL="0" indent="0" algn="just">
              <a:lnSpc>
                <a:spcPct val="100000"/>
              </a:lnSpc>
              <a:spcBef>
                <a:spcPts val="600"/>
              </a:spcBef>
              <a:buNone/>
            </a:pPr>
            <a:endParaRPr lang="en-US" altLang="zh-CN">
              <a:latin typeface="Times New Roman" panose="02020603050405020304" pitchFamily="18" charset="0"/>
              <a:cs typeface="Times New Roman" panose="02020603050405020304" pitchFamily="18" charset="0"/>
            </a:endParaRPr>
          </a:p>
          <a:p>
            <a:pPr marL="0" indent="0" algn="just">
              <a:lnSpc>
                <a:spcPct val="100000"/>
              </a:lnSpc>
              <a:spcBef>
                <a:spcPts val="600"/>
              </a:spcBef>
              <a:buNone/>
            </a:pPr>
            <a:endParaRPr lang="en-US" altLang="zh-CN">
              <a:latin typeface="Times New Roman" panose="02020603050405020304" pitchFamily="18" charset="0"/>
              <a:cs typeface="Times New Roman" panose="02020603050405020304" pitchFamily="18" charset="0"/>
            </a:endParaRPr>
          </a:p>
          <a:p>
            <a:pPr marL="0" indent="0" algn="just">
              <a:lnSpc>
                <a:spcPct val="100000"/>
              </a:lnSpc>
              <a:spcBef>
                <a:spcPts val="600"/>
              </a:spcBef>
              <a:buNone/>
            </a:pPr>
            <a:endParaRPr lang="en-US" altLang="zh-CN">
              <a:latin typeface="Times New Roman" panose="02020603050405020304" pitchFamily="18" charset="0"/>
              <a:cs typeface="Times New Roman" panose="02020603050405020304" pitchFamily="18" charset="0"/>
            </a:endParaRPr>
          </a:p>
          <a:p>
            <a:pPr marL="0" indent="0" algn="just">
              <a:lnSpc>
                <a:spcPct val="100000"/>
              </a:lnSpc>
              <a:spcBef>
                <a:spcPts val="600"/>
              </a:spcBef>
              <a:buNone/>
            </a:pPr>
            <a:endParaRPr lang="en-US" altLang="zh-CN">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r>
              <a:rPr lang="en-US" altLang="zh-CN">
                <a:latin typeface="Times New Roman" panose="02020603050405020304" pitchFamily="18" charset="0"/>
                <a:cs typeface="Times New Roman" panose="02020603050405020304" pitchFamily="18" charset="0"/>
                <a:hlinkClick r:id="rId2"/>
              </a:rPr>
              <a:t>https://docs.python.org/3/using/index.html</a:t>
            </a:r>
            <a:endParaRPr lang="zh-CN" altLang="en-US">
              <a:latin typeface="Times New Roman" panose="02020603050405020304" pitchFamily="18" charset="0"/>
              <a:cs typeface="Times New Roman" panose="02020603050405020304" pitchFamily="18" charset="0"/>
            </a:endParaRPr>
          </a:p>
        </p:txBody>
      </p:sp>
      <p:sp>
        <p:nvSpPr>
          <p:cNvPr id="3" name="标题 2">
            <a:extLst>
              <a:ext uri="{FF2B5EF4-FFF2-40B4-BE49-F238E27FC236}">
                <a16:creationId xmlns:a16="http://schemas.microsoft.com/office/drawing/2014/main" id="{CE0E9E7C-EDB9-4890-BFCA-BBF858718C6F}"/>
              </a:ext>
            </a:extLst>
          </p:cNvPr>
          <p:cNvSpPr>
            <a:spLocks noGrp="1"/>
          </p:cNvSpPr>
          <p:nvPr>
            <p:ph type="title"/>
          </p:nvPr>
        </p:nvSpPr>
        <p:spPr/>
        <p:txBody>
          <a:bodyPr/>
          <a:lstStyle/>
          <a:p>
            <a:r>
              <a:rPr lang="zh-CN" altLang="zh-CN" kern="100">
                <a:latin typeface="Times New Roman" panose="02020603050405020304" pitchFamily="18" charset="0"/>
                <a:cs typeface="Times New Roman" panose="02020603050405020304" pitchFamily="18" charset="0"/>
              </a:rPr>
              <a:t>在</a:t>
            </a:r>
            <a:r>
              <a:rPr lang="en-US" altLang="zh-CN" kern="100"/>
              <a:t>Windows</a:t>
            </a:r>
            <a:r>
              <a:rPr lang="zh-CN" altLang="zh-CN" kern="100">
                <a:latin typeface="Times New Roman" panose="02020603050405020304" pitchFamily="18" charset="0"/>
                <a:cs typeface="Times New Roman" panose="02020603050405020304" pitchFamily="18" charset="0"/>
              </a:rPr>
              <a:t>下安装</a:t>
            </a:r>
            <a:endParaRPr lang="zh-CN" altLang="en-US"/>
          </a:p>
        </p:txBody>
      </p:sp>
      <p:pic>
        <p:nvPicPr>
          <p:cNvPr id="4" name="图片 3">
            <a:extLst>
              <a:ext uri="{FF2B5EF4-FFF2-40B4-BE49-F238E27FC236}">
                <a16:creationId xmlns:a16="http://schemas.microsoft.com/office/drawing/2014/main" id="{0A9CD399-C0A4-4B99-B489-341CBC30193A}"/>
              </a:ext>
            </a:extLst>
          </p:cNvPr>
          <p:cNvPicPr>
            <a:picLocks noChangeAspect="1"/>
          </p:cNvPicPr>
          <p:nvPr/>
        </p:nvPicPr>
        <p:blipFill rotWithShape="1">
          <a:blip r:embed="rId3"/>
          <a:srcRect l="13990" t="8003" r="2213" b="9848"/>
          <a:stretch/>
        </p:blipFill>
        <p:spPr>
          <a:xfrm>
            <a:off x="540000" y="4501661"/>
            <a:ext cx="8309167" cy="1477107"/>
          </a:xfrm>
          <a:prstGeom prst="rect">
            <a:avLst/>
          </a:prstGeom>
        </p:spPr>
      </p:pic>
    </p:spTree>
    <p:extLst>
      <p:ext uri="{BB962C8B-B14F-4D97-AF65-F5344CB8AC3E}">
        <p14:creationId xmlns:p14="http://schemas.microsoft.com/office/powerpoint/2010/main" val="294145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DC00BF-CDC9-4563-A809-557FA4622D0A}"/>
              </a:ext>
            </a:extLst>
          </p:cNvPr>
          <p:cNvSpPr>
            <a:spLocks noGrp="1"/>
          </p:cNvSpPr>
          <p:nvPr>
            <p:ph idx="1"/>
          </p:nvPr>
        </p:nvSpPr>
        <p:spPr/>
        <p:txBody>
          <a:bodyPr/>
          <a:lstStyle/>
          <a:p>
            <a:pPr marL="288000" indent="-288000" algn="just">
              <a:lnSpc>
                <a:spcPct val="100000"/>
              </a:lnSpc>
              <a:spcBef>
                <a:spcPts val="600"/>
              </a:spcBef>
            </a:pPr>
            <a:r>
              <a:rPr lang="zh-CN" altLang="en-US">
                <a:cs typeface="Times New Roman" panose="02020603050405020304" pitchFamily="18" charset="0"/>
              </a:rPr>
              <a:t>大多数</a:t>
            </a:r>
            <a:r>
              <a:rPr lang="en-US" altLang="zh-CN">
                <a:cs typeface="Times New Roman" panose="02020603050405020304" pitchFamily="18" charset="0"/>
              </a:rPr>
              <a:t>Linux</a:t>
            </a:r>
            <a:r>
              <a:rPr lang="zh-CN" altLang="en-US">
                <a:cs typeface="Times New Roman" panose="02020603050405020304" pitchFamily="18" charset="0"/>
              </a:rPr>
              <a:t>操作系统默认安装了</a:t>
            </a:r>
            <a:r>
              <a:rPr lang="en-US" altLang="zh-CN">
                <a:cs typeface="Times New Roman" panose="02020603050405020304" pitchFamily="18" charset="0"/>
              </a:rPr>
              <a:t>Python</a:t>
            </a:r>
            <a:r>
              <a:rPr lang="zh-CN" altLang="en-US">
                <a:cs typeface="Times New Roman" panose="02020603050405020304" pitchFamily="18" charset="0"/>
              </a:rPr>
              <a:t>，用户可以在</a:t>
            </a:r>
            <a:r>
              <a:rPr lang="en-US" altLang="zh-CN">
                <a:cs typeface="Times New Roman" panose="02020603050405020304" pitchFamily="18" charset="0"/>
              </a:rPr>
              <a:t>shell</a:t>
            </a:r>
            <a:r>
              <a:rPr lang="zh-CN" altLang="en-US">
                <a:cs typeface="Times New Roman" panose="02020603050405020304" pitchFamily="18" charset="0"/>
              </a:rPr>
              <a:t>下输入命令</a:t>
            </a:r>
            <a:r>
              <a:rPr lang="en-US" altLang="zh-CN">
                <a:cs typeface="Times New Roman" panose="02020603050405020304" pitchFamily="18" charset="0"/>
              </a:rPr>
              <a:t>python</a:t>
            </a:r>
            <a:r>
              <a:rPr lang="zh-CN" altLang="en-US">
                <a:cs typeface="Times New Roman" panose="02020603050405020304" pitchFamily="18" charset="0"/>
              </a:rPr>
              <a:t>进行验证，如成功启动</a:t>
            </a:r>
            <a:r>
              <a:rPr lang="en-US" altLang="zh-CN">
                <a:cs typeface="Times New Roman" panose="02020603050405020304" pitchFamily="18" charset="0"/>
              </a:rPr>
              <a:t>Python</a:t>
            </a:r>
            <a:r>
              <a:rPr lang="zh-CN" altLang="en-US">
                <a:cs typeface="Times New Roman" panose="02020603050405020304" pitchFamily="18" charset="0"/>
              </a:rPr>
              <a:t>交互环境，则证实</a:t>
            </a:r>
            <a:r>
              <a:rPr lang="en-US" altLang="zh-CN">
                <a:cs typeface="Times New Roman" panose="02020603050405020304" pitchFamily="18" charset="0"/>
              </a:rPr>
              <a:t>Python</a:t>
            </a:r>
            <a:r>
              <a:rPr lang="zh-CN" altLang="en-US">
                <a:cs typeface="Times New Roman" panose="02020603050405020304" pitchFamily="18" charset="0"/>
              </a:rPr>
              <a:t>已安装成功</a:t>
            </a:r>
            <a:endParaRPr lang="en-US" altLang="zh-CN">
              <a:cs typeface="Times New Roman" panose="02020603050405020304" pitchFamily="18" charset="0"/>
            </a:endParaRPr>
          </a:p>
          <a:p>
            <a:pPr marL="288000" indent="-288000" algn="just">
              <a:lnSpc>
                <a:spcPct val="100000"/>
              </a:lnSpc>
              <a:spcBef>
                <a:spcPts val="600"/>
              </a:spcBef>
            </a:pPr>
            <a:r>
              <a:rPr lang="zh-CN" altLang="en-US">
                <a:cs typeface="Times New Roman" panose="02020603050405020304" pitchFamily="18" charset="0"/>
              </a:rPr>
              <a:t>如遇到如下错误信息，</a:t>
            </a:r>
            <a:r>
              <a:rPr lang="zh-CN" altLang="zh-CN" kern="100">
                <a:cs typeface="宋体" panose="02010600030101010101" pitchFamily="2" charset="-122"/>
              </a:rPr>
              <a:t>则表示在搜索路径上找不到</a:t>
            </a:r>
            <a:r>
              <a:rPr lang="en-US" altLang="zh-CN" kern="100">
                <a:cs typeface="宋体" panose="02010600030101010101" pitchFamily="2" charset="-122"/>
              </a:rPr>
              <a:t>python</a:t>
            </a:r>
            <a:r>
              <a:rPr lang="zh-CN" altLang="zh-CN" kern="100">
                <a:cs typeface="宋体" panose="02010600030101010101" pitchFamily="2" charset="-122"/>
              </a:rPr>
              <a:t>命令，其中的一种可能是操作系统还未安装</a:t>
            </a:r>
            <a:r>
              <a:rPr lang="en-US" altLang="zh-CN" kern="100">
                <a:cs typeface="宋体" panose="02010600030101010101" pitchFamily="2" charset="-122"/>
              </a:rPr>
              <a:t>Python</a:t>
            </a:r>
            <a:endParaRPr lang="zh-CN" altLang="zh-CN" kern="100">
              <a:cs typeface="宋体" panose="02010600030101010101" pitchFamily="2" charset="-122"/>
            </a:endParaRPr>
          </a:p>
          <a:p>
            <a:pPr marL="288000" indent="-288000" algn="just">
              <a:lnSpc>
                <a:spcPct val="100000"/>
              </a:lnSpc>
              <a:spcBef>
                <a:spcPts val="600"/>
              </a:spcBef>
            </a:pPr>
            <a:endParaRPr lang="en-US" altLang="zh-CN">
              <a:cs typeface="Times New Roman" panose="02020603050405020304" pitchFamily="18" charset="0"/>
            </a:endParaRPr>
          </a:p>
          <a:p>
            <a:pPr marL="288000" indent="-288000" algn="just">
              <a:lnSpc>
                <a:spcPct val="100000"/>
              </a:lnSpc>
              <a:spcBef>
                <a:spcPts val="600"/>
              </a:spcBef>
            </a:pPr>
            <a:endParaRPr lang="en-US" altLang="zh-CN">
              <a:cs typeface="Times New Roman" panose="02020603050405020304" pitchFamily="18" charset="0"/>
            </a:endParaRPr>
          </a:p>
          <a:p>
            <a:pPr marL="288000" indent="-288000" algn="just">
              <a:lnSpc>
                <a:spcPct val="100000"/>
              </a:lnSpc>
              <a:spcBef>
                <a:spcPts val="600"/>
              </a:spcBef>
            </a:pPr>
            <a:r>
              <a:rPr lang="zh-CN" altLang="en-US">
                <a:cs typeface="Times New Roman" panose="02020603050405020304" pitchFamily="18" charset="0"/>
              </a:rPr>
              <a:t>在</a:t>
            </a:r>
            <a:r>
              <a:rPr lang="en-US" altLang="zh-CN">
                <a:cs typeface="Times New Roman" panose="02020603050405020304" pitchFamily="18" charset="0"/>
              </a:rPr>
              <a:t>Linux</a:t>
            </a:r>
            <a:r>
              <a:rPr lang="zh-CN" altLang="en-US">
                <a:cs typeface="Times New Roman" panose="02020603050405020304" pitchFamily="18" charset="0"/>
              </a:rPr>
              <a:t>上安装</a:t>
            </a:r>
            <a:r>
              <a:rPr lang="en-US" altLang="zh-CN">
                <a:cs typeface="Times New Roman" panose="02020603050405020304" pitchFamily="18" charset="0"/>
              </a:rPr>
              <a:t>Python</a:t>
            </a:r>
            <a:r>
              <a:rPr lang="zh-CN" altLang="en-US">
                <a:cs typeface="Times New Roman" panose="02020603050405020304" pitchFamily="18" charset="0"/>
              </a:rPr>
              <a:t>最简单的方法是使用</a:t>
            </a:r>
            <a:r>
              <a:rPr lang="en-US" altLang="zh-CN">
                <a:cs typeface="Times New Roman" panose="02020603050405020304" pitchFamily="18" charset="0"/>
              </a:rPr>
              <a:t>Linux</a:t>
            </a:r>
            <a:r>
              <a:rPr lang="zh-CN" altLang="en-US">
                <a:cs typeface="Times New Roman" panose="02020603050405020304" pitchFamily="18" charset="0"/>
              </a:rPr>
              <a:t>软件包管理器。根据</a:t>
            </a:r>
            <a:r>
              <a:rPr lang="en-US" altLang="zh-CN">
                <a:cs typeface="Times New Roman" panose="02020603050405020304" pitchFamily="18" charset="0"/>
              </a:rPr>
              <a:t>Linux</a:t>
            </a:r>
            <a:r>
              <a:rPr lang="zh-CN" altLang="en-US">
                <a:cs typeface="Times New Roman" panose="02020603050405020304" pitchFamily="18" charset="0"/>
              </a:rPr>
              <a:t>发行版本的不同，需使用相应的软件包管理器安装</a:t>
            </a:r>
            <a:r>
              <a:rPr lang="en-US" altLang="zh-CN">
                <a:cs typeface="Times New Roman" panose="02020603050405020304" pitchFamily="18" charset="0"/>
              </a:rPr>
              <a:t>Python</a:t>
            </a:r>
            <a:r>
              <a:rPr lang="zh-CN" altLang="en-US">
                <a:cs typeface="Times New Roman" panose="02020603050405020304" pitchFamily="18" charset="0"/>
              </a:rPr>
              <a:t>。以常用的</a:t>
            </a:r>
            <a:r>
              <a:rPr lang="en-US" altLang="zh-CN">
                <a:cs typeface="Times New Roman" panose="02020603050405020304" pitchFamily="18" charset="0"/>
              </a:rPr>
              <a:t>Debian</a:t>
            </a:r>
            <a:r>
              <a:rPr lang="zh-CN" altLang="en-US">
                <a:cs typeface="Times New Roman" panose="02020603050405020304" pitchFamily="18" charset="0"/>
              </a:rPr>
              <a:t>及其衍生版</a:t>
            </a:r>
            <a:r>
              <a:rPr lang="en-US" altLang="zh-CN">
                <a:cs typeface="Times New Roman" panose="02020603050405020304" pitchFamily="18" charset="0"/>
              </a:rPr>
              <a:t>Ubuntu</a:t>
            </a:r>
            <a:r>
              <a:rPr lang="zh-CN" altLang="en-US">
                <a:cs typeface="Times New Roman" panose="02020603050405020304" pitchFamily="18" charset="0"/>
              </a:rPr>
              <a:t>为例，可以使用默认的软件包管理器</a:t>
            </a:r>
            <a:r>
              <a:rPr lang="en-US" altLang="zh-CN">
                <a:cs typeface="Times New Roman" panose="02020603050405020304" pitchFamily="18" charset="0"/>
              </a:rPr>
              <a:t>APT</a:t>
            </a:r>
            <a:r>
              <a:rPr lang="zh-CN" altLang="en-US">
                <a:cs typeface="Times New Roman" panose="02020603050405020304" pitchFamily="18" charset="0"/>
              </a:rPr>
              <a:t>安装</a:t>
            </a:r>
            <a:r>
              <a:rPr lang="en-US" altLang="zh-CN">
                <a:cs typeface="Times New Roman" panose="02020603050405020304" pitchFamily="18" charset="0"/>
              </a:rPr>
              <a:t>Python</a:t>
            </a:r>
            <a:r>
              <a:rPr lang="zh-CN" altLang="en-US">
                <a:cs typeface="Times New Roman" panose="02020603050405020304" pitchFamily="18" charset="0"/>
              </a:rPr>
              <a:t>：</a:t>
            </a:r>
          </a:p>
        </p:txBody>
      </p:sp>
      <p:sp>
        <p:nvSpPr>
          <p:cNvPr id="3" name="标题 2">
            <a:extLst>
              <a:ext uri="{FF2B5EF4-FFF2-40B4-BE49-F238E27FC236}">
                <a16:creationId xmlns:a16="http://schemas.microsoft.com/office/drawing/2014/main" id="{CE0E9E7C-EDB9-4890-BFCA-BBF858718C6F}"/>
              </a:ext>
            </a:extLst>
          </p:cNvPr>
          <p:cNvSpPr>
            <a:spLocks noGrp="1"/>
          </p:cNvSpPr>
          <p:nvPr>
            <p:ph type="title"/>
          </p:nvPr>
        </p:nvSpPr>
        <p:spPr/>
        <p:txBody>
          <a:bodyPr/>
          <a:lstStyle/>
          <a:p>
            <a:r>
              <a:rPr lang="zh-CN" altLang="zh-CN"/>
              <a:t>在</a:t>
            </a:r>
            <a:r>
              <a:rPr lang="en-US" altLang="zh-CN">
                <a:cs typeface="Times New Roman" panose="02020603050405020304" pitchFamily="18" charset="0"/>
              </a:rPr>
              <a:t>Linux</a:t>
            </a:r>
            <a:r>
              <a:rPr lang="zh-CN" altLang="zh-CN"/>
              <a:t>下安装</a:t>
            </a:r>
            <a:endParaRPr lang="zh-CN" altLang="en-US"/>
          </a:p>
        </p:txBody>
      </p:sp>
      <p:pic>
        <p:nvPicPr>
          <p:cNvPr id="5" name="图片 4">
            <a:extLst>
              <a:ext uri="{FF2B5EF4-FFF2-40B4-BE49-F238E27FC236}">
                <a16:creationId xmlns:a16="http://schemas.microsoft.com/office/drawing/2014/main" id="{B4A714B2-1A28-41F4-A3C9-622ECE3E04C1}"/>
              </a:ext>
            </a:extLst>
          </p:cNvPr>
          <p:cNvPicPr>
            <a:picLocks noChangeAspect="1"/>
          </p:cNvPicPr>
          <p:nvPr/>
        </p:nvPicPr>
        <p:blipFill rotWithShape="1">
          <a:blip r:embed="rId2"/>
          <a:srcRect l="13876" t="23171" r="55324" b="19434"/>
          <a:stretch/>
        </p:blipFill>
        <p:spPr>
          <a:xfrm>
            <a:off x="540000" y="3201336"/>
            <a:ext cx="3635329" cy="738554"/>
          </a:xfrm>
          <a:prstGeom prst="rect">
            <a:avLst/>
          </a:prstGeom>
        </p:spPr>
      </p:pic>
      <p:pic>
        <p:nvPicPr>
          <p:cNvPr id="6" name="图片 5">
            <a:extLst>
              <a:ext uri="{FF2B5EF4-FFF2-40B4-BE49-F238E27FC236}">
                <a16:creationId xmlns:a16="http://schemas.microsoft.com/office/drawing/2014/main" id="{A0584F0A-C65F-471E-860F-7EF7E2D0A816}"/>
              </a:ext>
            </a:extLst>
          </p:cNvPr>
          <p:cNvPicPr>
            <a:picLocks noChangeAspect="1"/>
          </p:cNvPicPr>
          <p:nvPr/>
        </p:nvPicPr>
        <p:blipFill rotWithShape="1">
          <a:blip r:embed="rId3"/>
          <a:srcRect l="14303" t="20725" r="64379" b="24009"/>
          <a:stretch/>
        </p:blipFill>
        <p:spPr>
          <a:xfrm>
            <a:off x="548639" y="5644223"/>
            <a:ext cx="2593357" cy="489291"/>
          </a:xfrm>
          <a:prstGeom prst="rect">
            <a:avLst/>
          </a:prstGeom>
        </p:spPr>
      </p:pic>
    </p:spTree>
    <p:extLst>
      <p:ext uri="{BB962C8B-B14F-4D97-AF65-F5344CB8AC3E}">
        <p14:creationId xmlns:p14="http://schemas.microsoft.com/office/powerpoint/2010/main" val="3183777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A4940-AE9F-44BE-A0E7-01A78F0FC220}"/>
              </a:ext>
            </a:extLst>
          </p:cNvPr>
          <p:cNvSpPr>
            <a:spLocks noGrp="1"/>
          </p:cNvSpPr>
          <p:nvPr>
            <p:ph type="title"/>
          </p:nvPr>
        </p:nvSpPr>
        <p:spPr>
          <a:xfrm>
            <a:off x="252000" y="1709739"/>
            <a:ext cx="8627166" cy="2852737"/>
          </a:xfrm>
        </p:spPr>
        <p:txBody>
          <a:bodyPr/>
          <a:lstStyle/>
          <a:p>
            <a:pPr algn="ctr"/>
            <a:r>
              <a:rPr lang="zh-CN" altLang="en-US">
                <a:cs typeface="Times New Roman" panose="02020603050405020304" pitchFamily="18" charset="0"/>
              </a:rPr>
              <a:t>运行</a:t>
            </a:r>
            <a:r>
              <a:rPr lang="en-US" altLang="zh-CN">
                <a:cs typeface="Times New Roman" panose="02020603050405020304" pitchFamily="18" charset="0"/>
              </a:rPr>
              <a:t>Python</a:t>
            </a:r>
            <a:endParaRPr lang="zh-CN" altLang="en-US"/>
          </a:p>
        </p:txBody>
      </p:sp>
      <p:sp>
        <p:nvSpPr>
          <p:cNvPr id="3" name="文本占位符 2">
            <a:extLst>
              <a:ext uri="{FF2B5EF4-FFF2-40B4-BE49-F238E27FC236}">
                <a16:creationId xmlns:a16="http://schemas.microsoft.com/office/drawing/2014/main" id="{4D72AFC0-9E8B-43DD-97E3-170D97DEBD85}"/>
              </a:ext>
            </a:extLst>
          </p:cNvPr>
          <p:cNvSpPr>
            <a:spLocks noGrp="1"/>
          </p:cNvSpPr>
          <p:nvPr>
            <p:ph type="body" idx="1"/>
          </p:nvPr>
        </p:nvSpPr>
        <p:spPr>
          <a:xfrm>
            <a:off x="252000" y="4589464"/>
            <a:ext cx="8627166" cy="1500187"/>
          </a:xfrm>
        </p:spPr>
        <p:txBody>
          <a:bodyPr>
            <a:normAutofit/>
          </a:bodyPr>
          <a:lstStyle/>
          <a:p>
            <a:endParaRPr lang="zh-CN" altLang="en-US" sz="2400"/>
          </a:p>
        </p:txBody>
      </p:sp>
    </p:spTree>
    <p:extLst>
      <p:ext uri="{BB962C8B-B14F-4D97-AF65-F5344CB8AC3E}">
        <p14:creationId xmlns:p14="http://schemas.microsoft.com/office/powerpoint/2010/main" val="2819982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DC00BF-CDC9-4563-A809-557FA4622D0A}"/>
              </a:ext>
            </a:extLst>
          </p:cNvPr>
          <p:cNvSpPr>
            <a:spLocks noGrp="1"/>
          </p:cNvSpPr>
          <p:nvPr>
            <p:ph idx="1"/>
          </p:nvPr>
        </p:nvSpPr>
        <p:spPr/>
        <p:txBody>
          <a:bodyPr/>
          <a:lstStyle/>
          <a:p>
            <a:pPr marL="288000" indent="-288000" algn="just">
              <a:lnSpc>
                <a:spcPct val="100000"/>
              </a:lnSpc>
              <a:spcBef>
                <a:spcPts val="600"/>
              </a:spcBef>
            </a:pPr>
            <a:r>
              <a:rPr lang="en-US" altLang="zh-CN">
                <a:cs typeface="Times New Roman" panose="02020603050405020304" pitchFamily="18" charset="0"/>
              </a:rPr>
              <a:t>Python</a:t>
            </a:r>
            <a:r>
              <a:rPr lang="zh-CN" altLang="en-US">
                <a:cs typeface="Times New Roman" panose="02020603050405020304" pitchFamily="18" charset="0"/>
              </a:rPr>
              <a:t>提供了一个名为</a:t>
            </a:r>
            <a:r>
              <a:rPr lang="zh-CN" altLang="en-US">
                <a:solidFill>
                  <a:srgbClr val="FF0000"/>
                </a:solidFill>
                <a:cs typeface="Times New Roman" panose="02020603050405020304" pitchFamily="18" charset="0"/>
              </a:rPr>
              <a:t>交互环境（</a:t>
            </a:r>
            <a:r>
              <a:rPr lang="en-US" altLang="zh-CN">
                <a:solidFill>
                  <a:srgbClr val="FF0000"/>
                </a:solidFill>
                <a:cs typeface="Times New Roman" panose="02020603050405020304" pitchFamily="18" charset="0"/>
              </a:rPr>
              <a:t>interactive shell</a:t>
            </a:r>
            <a:r>
              <a:rPr lang="zh-CN" altLang="en-US">
                <a:solidFill>
                  <a:srgbClr val="FF0000"/>
                </a:solidFill>
                <a:cs typeface="Times New Roman" panose="02020603050405020304" pitchFamily="18" charset="0"/>
              </a:rPr>
              <a:t>）</a:t>
            </a:r>
            <a:r>
              <a:rPr lang="zh-CN" altLang="en-US">
                <a:cs typeface="Times New Roman" panose="02020603050405020304" pitchFamily="18" charset="0"/>
              </a:rPr>
              <a:t>的应用程序。最简单的运行</a:t>
            </a:r>
            <a:r>
              <a:rPr lang="en-US" altLang="zh-CN">
                <a:cs typeface="Times New Roman" panose="02020603050405020304" pitchFamily="18" charset="0"/>
              </a:rPr>
              <a:t>Python</a:t>
            </a:r>
            <a:r>
              <a:rPr lang="zh-CN" altLang="en-US">
                <a:cs typeface="Times New Roman" panose="02020603050405020304" pitchFamily="18" charset="0"/>
              </a:rPr>
              <a:t>程序的方法就是在</a:t>
            </a:r>
            <a:r>
              <a:rPr lang="en-US" altLang="zh-CN">
                <a:cs typeface="Times New Roman" panose="02020603050405020304" pitchFamily="18" charset="0"/>
              </a:rPr>
              <a:t>Python</a:t>
            </a:r>
            <a:r>
              <a:rPr lang="zh-CN" altLang="en-US">
                <a:cs typeface="Times New Roman" panose="02020603050405020304" pitchFamily="18" charset="0"/>
              </a:rPr>
              <a:t>交互环境中输入程序，这种运行方式也可以称为交互提示模式</a:t>
            </a:r>
            <a:endParaRPr lang="en-US" altLang="zh-CN">
              <a:cs typeface="Times New Roman" panose="02020603050405020304" pitchFamily="18" charset="0"/>
            </a:endParaRPr>
          </a:p>
          <a:p>
            <a:pPr marL="288000" indent="-288000" algn="just">
              <a:lnSpc>
                <a:spcPct val="100000"/>
              </a:lnSpc>
              <a:spcBef>
                <a:spcPts val="600"/>
              </a:spcBef>
            </a:pPr>
            <a:r>
              <a:rPr lang="zh-CN" altLang="en-US">
                <a:cs typeface="Times New Roman" panose="02020603050405020304" pitchFamily="18" charset="0"/>
              </a:rPr>
              <a:t>假设</a:t>
            </a:r>
            <a:r>
              <a:rPr lang="en-US" altLang="zh-CN">
                <a:cs typeface="Times New Roman" panose="02020603050405020304" pitchFamily="18" charset="0"/>
              </a:rPr>
              <a:t>Python</a:t>
            </a:r>
            <a:r>
              <a:rPr lang="zh-CN" altLang="en-US">
                <a:cs typeface="Times New Roman" panose="02020603050405020304" pitchFamily="18" charset="0"/>
              </a:rPr>
              <a:t>解释器已经作为一个可执行程序安装在系统中，在操作系统的提示命令行下输入</a:t>
            </a:r>
            <a:r>
              <a:rPr lang="en-US" altLang="zh-CN">
                <a:cs typeface="Times New Roman" panose="02020603050405020304" pitchFamily="18" charset="0"/>
              </a:rPr>
              <a:t>python</a:t>
            </a:r>
            <a:r>
              <a:rPr lang="zh-CN" altLang="en-US">
                <a:cs typeface="Times New Roman" panose="02020603050405020304" pitchFamily="18" charset="0"/>
              </a:rPr>
              <a:t>，且不带任何参数，即可启动</a:t>
            </a:r>
            <a:r>
              <a:rPr lang="en-US" altLang="zh-CN">
                <a:cs typeface="Times New Roman" panose="02020603050405020304" pitchFamily="18" charset="0"/>
              </a:rPr>
              <a:t>Python</a:t>
            </a:r>
            <a:r>
              <a:rPr lang="zh-CN" altLang="en-US">
                <a:cs typeface="Times New Roman" panose="02020603050405020304" pitchFamily="18" charset="0"/>
              </a:rPr>
              <a:t>交互环境。交互环境启动后首先显示</a:t>
            </a:r>
            <a:r>
              <a:rPr lang="en-US" altLang="zh-CN">
                <a:cs typeface="Times New Roman" panose="02020603050405020304" pitchFamily="18" charset="0"/>
              </a:rPr>
              <a:t>Python</a:t>
            </a:r>
            <a:r>
              <a:rPr lang="zh-CN" altLang="en-US">
                <a:cs typeface="Times New Roman" panose="02020603050405020304" pitchFamily="18" charset="0"/>
              </a:rPr>
              <a:t>版本号等信息，接下来显示“</a:t>
            </a:r>
            <a:r>
              <a:rPr lang="en-US" altLang="zh-CN">
                <a:cs typeface="Times New Roman" panose="02020603050405020304" pitchFamily="18" charset="0"/>
              </a:rPr>
              <a:t>&gt;&gt;&gt;”</a:t>
            </a:r>
            <a:r>
              <a:rPr lang="zh-CN" altLang="en-US">
                <a:cs typeface="Times New Roman" panose="02020603050405020304" pitchFamily="18" charset="0"/>
              </a:rPr>
              <a:t>等待用户输入。用户输入</a:t>
            </a:r>
            <a:r>
              <a:rPr lang="en-US" altLang="zh-CN">
                <a:cs typeface="Times New Roman" panose="02020603050405020304" pitchFamily="18" charset="0"/>
              </a:rPr>
              <a:t>Python</a:t>
            </a:r>
            <a:r>
              <a:rPr lang="zh-CN" altLang="en-US">
                <a:cs typeface="Times New Roman" panose="02020603050405020304" pitchFamily="18" charset="0"/>
              </a:rPr>
              <a:t>语句并按</a:t>
            </a:r>
            <a:r>
              <a:rPr lang="en-US" altLang="zh-CN">
                <a:cs typeface="Times New Roman" panose="02020603050405020304" pitchFamily="18" charset="0"/>
              </a:rPr>
              <a:t>Enter</a:t>
            </a:r>
            <a:r>
              <a:rPr lang="zh-CN" altLang="en-US">
                <a:cs typeface="Times New Roman" panose="02020603050405020304" pitchFamily="18" charset="0"/>
              </a:rPr>
              <a:t>键，所输入语句会被立刻执行，返回结果显示在下一行</a:t>
            </a:r>
            <a:endParaRPr lang="en-US" altLang="zh-CN">
              <a:cs typeface="Times New Roman" panose="02020603050405020304" pitchFamily="18" charset="0"/>
            </a:endParaRPr>
          </a:p>
          <a:p>
            <a:pPr marL="0" indent="0" algn="just">
              <a:lnSpc>
                <a:spcPct val="100000"/>
              </a:lnSpc>
              <a:spcBef>
                <a:spcPts val="600"/>
              </a:spcBef>
              <a:buNone/>
            </a:pPr>
            <a:endParaRPr lang="en-US" altLang="zh-CN">
              <a:cs typeface="Times New Roman" panose="02020603050405020304" pitchFamily="18" charset="0"/>
            </a:endParaRPr>
          </a:p>
        </p:txBody>
      </p:sp>
      <p:sp>
        <p:nvSpPr>
          <p:cNvPr id="3" name="标题 2">
            <a:extLst>
              <a:ext uri="{FF2B5EF4-FFF2-40B4-BE49-F238E27FC236}">
                <a16:creationId xmlns:a16="http://schemas.microsoft.com/office/drawing/2014/main" id="{CE0E9E7C-EDB9-4890-BFCA-BBF858718C6F}"/>
              </a:ext>
            </a:extLst>
          </p:cNvPr>
          <p:cNvSpPr>
            <a:spLocks noGrp="1"/>
          </p:cNvSpPr>
          <p:nvPr>
            <p:ph type="title"/>
          </p:nvPr>
        </p:nvSpPr>
        <p:spPr/>
        <p:txBody>
          <a:bodyPr/>
          <a:lstStyle/>
          <a:p>
            <a:r>
              <a:rPr lang="zh-CN" altLang="zh-CN"/>
              <a:t>使用</a:t>
            </a:r>
            <a:r>
              <a:rPr lang="en-US" altLang="zh-CN">
                <a:cs typeface="Times New Roman" panose="02020603050405020304" pitchFamily="18" charset="0"/>
              </a:rPr>
              <a:t>Python</a:t>
            </a:r>
            <a:r>
              <a:rPr lang="zh-CN" altLang="zh-CN"/>
              <a:t>交互环境</a:t>
            </a:r>
            <a:endParaRPr lang="zh-CN" altLang="en-US"/>
          </a:p>
        </p:txBody>
      </p:sp>
      <p:pic>
        <p:nvPicPr>
          <p:cNvPr id="4" name="图片 3">
            <a:extLst>
              <a:ext uri="{FF2B5EF4-FFF2-40B4-BE49-F238E27FC236}">
                <a16:creationId xmlns:a16="http://schemas.microsoft.com/office/drawing/2014/main" id="{D2671691-F572-4CBE-919A-EA7A8E1083B0}"/>
              </a:ext>
            </a:extLst>
          </p:cNvPr>
          <p:cNvPicPr>
            <a:picLocks noChangeAspect="1"/>
          </p:cNvPicPr>
          <p:nvPr/>
        </p:nvPicPr>
        <p:blipFill rotWithShape="1">
          <a:blip r:embed="rId2"/>
          <a:srcRect l="14222" t="10700" r="3282" b="9642"/>
          <a:stretch/>
        </p:blipFill>
        <p:spPr>
          <a:xfrm>
            <a:off x="604910" y="4769255"/>
            <a:ext cx="8282304" cy="1741605"/>
          </a:xfrm>
          <a:prstGeom prst="rect">
            <a:avLst/>
          </a:prstGeom>
        </p:spPr>
      </p:pic>
    </p:spTree>
    <p:extLst>
      <p:ext uri="{BB962C8B-B14F-4D97-AF65-F5344CB8AC3E}">
        <p14:creationId xmlns:p14="http://schemas.microsoft.com/office/powerpoint/2010/main" val="2129827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DC00BF-CDC9-4563-A809-557FA4622D0A}"/>
              </a:ext>
            </a:extLst>
          </p:cNvPr>
          <p:cNvSpPr>
            <a:spLocks noGrp="1"/>
          </p:cNvSpPr>
          <p:nvPr>
            <p:ph idx="1"/>
          </p:nvPr>
        </p:nvSpPr>
        <p:spPr/>
        <p:txBody>
          <a:bodyPr/>
          <a:lstStyle/>
          <a:p>
            <a:pPr marL="288000" indent="-288000" algn="just">
              <a:lnSpc>
                <a:spcPct val="100000"/>
              </a:lnSpc>
              <a:spcBef>
                <a:spcPts val="600"/>
              </a:spcBef>
            </a:pPr>
            <a:r>
              <a:rPr lang="zh-CN" altLang="en-US">
                <a:cs typeface="Times New Roman" panose="02020603050405020304" pitchFamily="18" charset="0"/>
              </a:rPr>
              <a:t>虽然用户在</a:t>
            </a:r>
            <a:r>
              <a:rPr lang="en-US" altLang="zh-CN">
                <a:cs typeface="Times New Roman" panose="02020603050405020304" pitchFamily="18" charset="0"/>
              </a:rPr>
              <a:t>Python</a:t>
            </a:r>
            <a:r>
              <a:rPr lang="zh-CN" altLang="en-US">
                <a:cs typeface="Times New Roman" panose="02020603050405020304" pitchFamily="18" charset="0"/>
              </a:rPr>
              <a:t>交互环境中可以输入代码、运行并即刻查看结果，但无法将它们保存下来：一旦关闭了交互环境窗口，所输入的代码就消失了，下次使用时还需重新输入</a:t>
            </a:r>
            <a:endParaRPr lang="en-US" altLang="zh-CN">
              <a:cs typeface="Times New Roman" panose="02020603050405020304" pitchFamily="18" charset="0"/>
            </a:endParaRPr>
          </a:p>
          <a:p>
            <a:pPr marL="288000" indent="-288000" algn="just">
              <a:lnSpc>
                <a:spcPct val="100000"/>
              </a:lnSpc>
              <a:spcBef>
                <a:spcPts val="600"/>
              </a:spcBef>
            </a:pPr>
            <a:r>
              <a:rPr lang="zh-CN" altLang="en-US">
                <a:cs typeface="Times New Roman" panose="02020603050405020304" pitchFamily="18" charset="0"/>
              </a:rPr>
              <a:t>对于需要持久化存储的程序代码，更好的办法是将其保存在以 </a:t>
            </a:r>
            <a:r>
              <a:rPr lang="en-US" altLang="zh-CN">
                <a:solidFill>
                  <a:srgbClr val="FF0000"/>
                </a:solidFill>
                <a:cs typeface="Times New Roman" panose="02020603050405020304" pitchFamily="18" charset="0"/>
              </a:rPr>
              <a:t>.py </a:t>
            </a:r>
            <a:r>
              <a:rPr lang="zh-CN" altLang="en-US">
                <a:cs typeface="Times New Roman" panose="02020603050405020304" pitchFamily="18" charset="0"/>
              </a:rPr>
              <a:t>为扩展名的文本文件之中，即创建一个</a:t>
            </a:r>
            <a:r>
              <a:rPr lang="en-US" altLang="zh-CN">
                <a:solidFill>
                  <a:srgbClr val="FF0000"/>
                </a:solidFill>
                <a:cs typeface="Times New Roman" panose="02020603050405020304" pitchFamily="18" charset="0"/>
              </a:rPr>
              <a:t>Python</a:t>
            </a:r>
            <a:r>
              <a:rPr lang="zh-CN" altLang="en-US">
                <a:solidFill>
                  <a:srgbClr val="FF0000"/>
                </a:solidFill>
                <a:cs typeface="Times New Roman" panose="02020603050405020304" pitchFamily="18" charset="0"/>
              </a:rPr>
              <a:t>源程序文件</a:t>
            </a:r>
            <a:r>
              <a:rPr lang="zh-CN" altLang="en-US">
                <a:cs typeface="Times New Roman" panose="02020603050405020304" pitchFamily="18" charset="0"/>
              </a:rPr>
              <a:t>，然后使用</a:t>
            </a:r>
            <a:r>
              <a:rPr lang="en-US" altLang="zh-CN">
                <a:solidFill>
                  <a:srgbClr val="0070C0"/>
                </a:solidFill>
                <a:cs typeface="Times New Roman" panose="02020603050405020304" pitchFamily="18" charset="0"/>
              </a:rPr>
              <a:t>Python</a:t>
            </a:r>
            <a:r>
              <a:rPr lang="zh-CN" altLang="en-US">
                <a:solidFill>
                  <a:srgbClr val="0070C0"/>
                </a:solidFill>
                <a:cs typeface="Times New Roman" panose="02020603050405020304" pitchFamily="18" charset="0"/>
              </a:rPr>
              <a:t>解释器</a:t>
            </a:r>
            <a:r>
              <a:rPr lang="zh-CN" altLang="en-US">
                <a:cs typeface="Times New Roman" panose="02020603050405020304" pitchFamily="18" charset="0"/>
              </a:rPr>
              <a:t>运行这个源程序文件</a:t>
            </a:r>
            <a:endParaRPr lang="en-US" altLang="zh-CN">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zh-CN" sz="2000">
                <a:solidFill>
                  <a:srgbClr val="000000"/>
                </a:solidFill>
                <a:ea typeface="宋体"/>
                <a:cs typeface="Times New Roman" panose="02020603050405020304" pitchFamily="18" charset="0"/>
              </a:rPr>
              <a:t>下例是一个简单的</a:t>
            </a:r>
            <a:r>
              <a:rPr lang="en-US" altLang="zh-CN" sz="2000">
                <a:solidFill>
                  <a:srgbClr val="000000"/>
                </a:solidFill>
                <a:ea typeface="宋体"/>
                <a:cs typeface="Times New Roman" panose="02020603050405020304" pitchFamily="18" charset="0"/>
              </a:rPr>
              <a:t>Python</a:t>
            </a:r>
            <a:r>
              <a:rPr lang="zh-CN" altLang="zh-CN" sz="2000">
                <a:solidFill>
                  <a:srgbClr val="000000"/>
                </a:solidFill>
                <a:ea typeface="宋体"/>
                <a:cs typeface="Times New Roman" panose="02020603050405020304" pitchFamily="18" charset="0"/>
              </a:rPr>
              <a:t>源程序文件</a:t>
            </a:r>
            <a:r>
              <a:rPr lang="en-US" altLang="zh-CN" sz="2000">
                <a:solidFill>
                  <a:srgbClr val="000000"/>
                </a:solidFill>
                <a:ea typeface="宋体"/>
                <a:cs typeface="Times New Roman" panose="02020603050405020304" pitchFamily="18" charset="0"/>
              </a:rPr>
              <a:t>spam.py</a:t>
            </a:r>
            <a:r>
              <a:rPr lang="zh-CN" altLang="zh-CN" sz="2000">
                <a:solidFill>
                  <a:srgbClr val="000000"/>
                </a:solidFill>
                <a:ea typeface="宋体"/>
                <a:cs typeface="Times New Roman" panose="02020603050405020304" pitchFamily="18" charset="0"/>
              </a:rPr>
              <a:t>的内容，用于向终端打印一句话</a:t>
            </a:r>
            <a:r>
              <a:rPr lang="en-US" altLang="zh-CN" sz="2000">
                <a:solidFill>
                  <a:srgbClr val="000000"/>
                </a:solidFill>
                <a:ea typeface="宋体"/>
                <a:cs typeface="Times New Roman" panose="02020603050405020304" pitchFamily="18" charset="0"/>
              </a:rPr>
              <a:t>“Hello, world!”</a:t>
            </a:r>
            <a:r>
              <a:rPr lang="zh-CN" altLang="zh-CN" sz="2000">
                <a:solidFill>
                  <a:srgbClr val="000000"/>
                </a:solidFill>
                <a:ea typeface="宋体"/>
                <a:cs typeface="Times New Roman" panose="02020603050405020304" pitchFamily="18" charset="0"/>
              </a:rPr>
              <a:t>：</a:t>
            </a:r>
            <a:endParaRPr lang="en-US" altLang="zh-CN" sz="2000">
              <a:solidFill>
                <a:srgbClr val="000000"/>
              </a:solidFill>
              <a:ea typeface="宋体"/>
              <a:cs typeface="Times New Roman" panose="02020603050405020304" pitchFamily="18" charset="0"/>
            </a:endParaRPr>
          </a:p>
          <a:p>
            <a:pPr indent="266700" algn="just">
              <a:spcAft>
                <a:spcPts val="0"/>
              </a:spcAft>
            </a:pPr>
            <a:endParaRPr lang="en-US" altLang="zh-CN" kern="100">
              <a:cs typeface="宋体" panose="02010600030101010101" pitchFamily="2" charset="-122"/>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打开</a:t>
            </a:r>
            <a:r>
              <a:rPr lang="en-US" altLang="zh-CN" sz="2000">
                <a:solidFill>
                  <a:srgbClr val="000000"/>
                </a:solidFill>
                <a:cs typeface="Times New Roman" panose="02020603050405020304" pitchFamily="18" charset="0"/>
              </a:rPr>
              <a:t>Windows</a:t>
            </a:r>
            <a:r>
              <a:rPr lang="zh-CN" altLang="en-US" sz="2000">
                <a:solidFill>
                  <a:srgbClr val="000000"/>
                </a:solidFill>
                <a:cs typeface="Times New Roman" panose="02020603050405020304" pitchFamily="18" charset="0"/>
              </a:rPr>
              <a:t>操作系统的命令提示符或</a:t>
            </a:r>
            <a:r>
              <a:rPr lang="en-US" altLang="zh-CN" sz="2000">
                <a:solidFill>
                  <a:srgbClr val="000000"/>
                </a:solidFill>
                <a:cs typeface="Times New Roman" panose="02020603050405020304" pitchFamily="18" charset="0"/>
              </a:rPr>
              <a:t>Linux</a:t>
            </a:r>
            <a:r>
              <a:rPr lang="zh-CN" altLang="en-US" sz="2000">
                <a:solidFill>
                  <a:srgbClr val="000000"/>
                </a:solidFill>
                <a:cs typeface="Times New Roman" panose="02020603050405020304" pitchFamily="18" charset="0"/>
              </a:rPr>
              <a:t>操作系统的</a:t>
            </a:r>
            <a:r>
              <a:rPr lang="en-US" altLang="zh-CN" sz="2000">
                <a:solidFill>
                  <a:srgbClr val="000000"/>
                </a:solidFill>
                <a:cs typeface="Times New Roman" panose="02020603050405020304" pitchFamily="18" charset="0"/>
              </a:rPr>
              <a:t>shell</a:t>
            </a:r>
            <a:r>
              <a:rPr lang="zh-CN" altLang="en-US" sz="2000">
                <a:solidFill>
                  <a:srgbClr val="000000"/>
                </a:solidFill>
                <a:cs typeface="Times New Roman" panose="02020603050405020304" pitchFamily="18" charset="0"/>
              </a:rPr>
              <a:t>，切换至源程序文件</a:t>
            </a:r>
            <a:r>
              <a:rPr lang="en-US" altLang="zh-CN" sz="2000">
                <a:solidFill>
                  <a:srgbClr val="000000"/>
                </a:solidFill>
                <a:cs typeface="Times New Roman" panose="02020603050405020304" pitchFamily="18" charset="0"/>
              </a:rPr>
              <a:t>spam.py</a:t>
            </a:r>
            <a:r>
              <a:rPr lang="zh-CN" altLang="en-US" sz="2000">
                <a:solidFill>
                  <a:srgbClr val="000000"/>
                </a:solidFill>
                <a:cs typeface="Times New Roman" panose="02020603050405020304" pitchFamily="18" charset="0"/>
              </a:rPr>
              <a:t>所在的目录，然后输入启动</a:t>
            </a:r>
            <a:r>
              <a:rPr lang="en-US" altLang="zh-CN" sz="2000">
                <a:solidFill>
                  <a:srgbClr val="000000"/>
                </a:solidFill>
                <a:cs typeface="Times New Roman" panose="02020603050405020304" pitchFamily="18" charset="0"/>
              </a:rPr>
              <a:t>Python</a:t>
            </a:r>
            <a:r>
              <a:rPr lang="zh-CN" altLang="en-US" sz="2000">
                <a:solidFill>
                  <a:srgbClr val="000000"/>
                </a:solidFill>
                <a:cs typeface="Times New Roman" panose="02020603050405020304" pitchFamily="18" charset="0"/>
              </a:rPr>
              <a:t>解释器的命令</a:t>
            </a:r>
            <a:r>
              <a:rPr lang="en-US" altLang="zh-CN" sz="2000">
                <a:solidFill>
                  <a:srgbClr val="000000"/>
                </a:solidFill>
                <a:cs typeface="Times New Roman" panose="02020603050405020304" pitchFamily="18" charset="0"/>
              </a:rPr>
              <a:t>python</a:t>
            </a:r>
            <a:r>
              <a:rPr lang="zh-CN" altLang="en-US" sz="2000">
                <a:solidFill>
                  <a:srgbClr val="000000"/>
                </a:solidFill>
                <a:cs typeface="Times New Roman" panose="02020603050405020304" pitchFamily="18" charset="0"/>
              </a:rPr>
              <a:t>，后跟源程序文件名</a:t>
            </a:r>
            <a:endParaRPr lang="zh-CN" altLang="zh-CN" sz="20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CE0E9E7C-EDB9-4890-BFCA-BBF858718C6F}"/>
              </a:ext>
            </a:extLst>
          </p:cNvPr>
          <p:cNvSpPr>
            <a:spLocks noGrp="1"/>
          </p:cNvSpPr>
          <p:nvPr>
            <p:ph type="title"/>
          </p:nvPr>
        </p:nvSpPr>
        <p:spPr/>
        <p:txBody>
          <a:bodyPr/>
          <a:lstStyle/>
          <a:p>
            <a:r>
              <a:rPr lang="zh-CN" altLang="zh-CN"/>
              <a:t>使用</a:t>
            </a:r>
            <a:r>
              <a:rPr lang="en-US" altLang="zh-CN">
                <a:cs typeface="Times New Roman" panose="02020603050405020304" pitchFamily="18" charset="0"/>
              </a:rPr>
              <a:t>Python</a:t>
            </a:r>
            <a:r>
              <a:rPr lang="zh-CN" altLang="en-US">
                <a:cs typeface="Times New Roman" panose="02020603050405020304" pitchFamily="18" charset="0"/>
              </a:rPr>
              <a:t>解释器</a:t>
            </a:r>
            <a:endParaRPr lang="zh-CN" altLang="en-US"/>
          </a:p>
        </p:txBody>
      </p:sp>
      <p:sp>
        <p:nvSpPr>
          <p:cNvPr id="9" name="矩形 8">
            <a:extLst>
              <a:ext uri="{FF2B5EF4-FFF2-40B4-BE49-F238E27FC236}">
                <a16:creationId xmlns:a16="http://schemas.microsoft.com/office/drawing/2014/main" id="{DD463308-D209-44CB-B982-64117FDB31AA}"/>
              </a:ext>
            </a:extLst>
          </p:cNvPr>
          <p:cNvSpPr/>
          <p:nvPr/>
        </p:nvSpPr>
        <p:spPr>
          <a:xfrm>
            <a:off x="972000" y="4221542"/>
            <a:ext cx="3530993" cy="338554"/>
          </a:xfrm>
          <a:prstGeom prst="rect">
            <a:avLst/>
          </a:prstGeom>
        </p:spPr>
        <p:txBody>
          <a:bodyPr wrap="square">
            <a:spAutoFit/>
          </a:bodyPr>
          <a:lstStyle/>
          <a:p>
            <a:r>
              <a:rPr lang="en-US" altLang="zh-CN" sz="1600" b="1">
                <a:solidFill>
                  <a:srgbClr val="0000FF"/>
                </a:solidFill>
                <a:highlight>
                  <a:srgbClr val="FFFFFF"/>
                </a:highlight>
                <a:latin typeface="Courier New" panose="02070309020205020404" pitchFamily="49" charset="0"/>
                <a:cs typeface="Courier New" panose="02070309020205020404" pitchFamily="49" charset="0"/>
              </a:rPr>
              <a:t>print</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808080"/>
                </a:solidFill>
                <a:highlight>
                  <a:srgbClr val="FFFFFF"/>
                </a:highlight>
                <a:latin typeface="Courier New" panose="02070309020205020404" pitchFamily="49" charset="0"/>
                <a:cs typeface="Courier New" panose="02070309020205020404" pitchFamily="49" charset="0"/>
              </a:rPr>
              <a:t>'Hello, world!'</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zh-CN" altLang="en-US" sz="1600">
              <a:latin typeface="Courier New" panose="02070309020205020404" pitchFamily="49" charset="0"/>
              <a:cs typeface="Courier New" panose="02070309020205020404" pitchFamily="49" charset="0"/>
            </a:endParaRPr>
          </a:p>
        </p:txBody>
      </p:sp>
      <p:pic>
        <p:nvPicPr>
          <p:cNvPr id="10" name="图片 9">
            <a:extLst>
              <a:ext uri="{FF2B5EF4-FFF2-40B4-BE49-F238E27FC236}">
                <a16:creationId xmlns:a16="http://schemas.microsoft.com/office/drawing/2014/main" id="{5BE1394F-4947-49BD-837B-62EEE0A9AC6E}"/>
              </a:ext>
            </a:extLst>
          </p:cNvPr>
          <p:cNvPicPr>
            <a:picLocks noChangeAspect="1"/>
          </p:cNvPicPr>
          <p:nvPr/>
        </p:nvPicPr>
        <p:blipFill rotWithShape="1">
          <a:blip r:embed="rId2"/>
          <a:srcRect l="14620" t="18529" r="66512" b="14272"/>
          <a:stretch/>
        </p:blipFill>
        <p:spPr>
          <a:xfrm>
            <a:off x="972000" y="5701213"/>
            <a:ext cx="2018716" cy="783899"/>
          </a:xfrm>
          <a:prstGeom prst="rect">
            <a:avLst/>
          </a:prstGeom>
        </p:spPr>
      </p:pic>
    </p:spTree>
    <p:extLst>
      <p:ext uri="{BB962C8B-B14F-4D97-AF65-F5344CB8AC3E}">
        <p14:creationId xmlns:p14="http://schemas.microsoft.com/office/powerpoint/2010/main" val="21905274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FE9BE-C677-B2B6-3B30-6BB385DC96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9F49FE-80E3-39BD-E113-2DA697184152}"/>
              </a:ext>
            </a:extLst>
          </p:cNvPr>
          <p:cNvSpPr>
            <a:spLocks noGrp="1"/>
          </p:cNvSpPr>
          <p:nvPr>
            <p:ph type="title"/>
          </p:nvPr>
        </p:nvSpPr>
        <p:spPr>
          <a:xfrm>
            <a:off x="252000" y="1709739"/>
            <a:ext cx="8627166" cy="2852737"/>
          </a:xfrm>
        </p:spPr>
        <p:txBody>
          <a:bodyPr/>
          <a:lstStyle/>
          <a:p>
            <a:pPr algn="ctr"/>
            <a:r>
              <a:rPr lang="zh-CN" altLang="en-US">
                <a:cs typeface="Times New Roman" panose="02020603050405020304" pitchFamily="18" charset="0"/>
              </a:rPr>
              <a:t>集成开发环境</a:t>
            </a:r>
            <a:endParaRPr lang="zh-CN" altLang="en-US"/>
          </a:p>
        </p:txBody>
      </p:sp>
      <p:sp>
        <p:nvSpPr>
          <p:cNvPr id="3" name="文本占位符 2">
            <a:extLst>
              <a:ext uri="{FF2B5EF4-FFF2-40B4-BE49-F238E27FC236}">
                <a16:creationId xmlns:a16="http://schemas.microsoft.com/office/drawing/2014/main" id="{CCB7CA29-B600-0738-6F02-20CEA485BDD9}"/>
              </a:ext>
            </a:extLst>
          </p:cNvPr>
          <p:cNvSpPr>
            <a:spLocks noGrp="1"/>
          </p:cNvSpPr>
          <p:nvPr>
            <p:ph type="body" idx="1"/>
          </p:nvPr>
        </p:nvSpPr>
        <p:spPr>
          <a:xfrm>
            <a:off x="252000" y="4589464"/>
            <a:ext cx="8627166" cy="1500187"/>
          </a:xfrm>
        </p:spPr>
        <p:txBody>
          <a:bodyPr>
            <a:normAutofit/>
          </a:bodyPr>
          <a:lstStyle/>
          <a:p>
            <a:pPr algn="ctr"/>
            <a:r>
              <a:rPr lang="en-US" altLang="zh-CN" sz="2400"/>
              <a:t> Integrated Development Environment</a:t>
            </a:r>
            <a:endParaRPr lang="zh-CN" altLang="en-US" sz="2400"/>
          </a:p>
        </p:txBody>
      </p:sp>
    </p:spTree>
    <p:extLst>
      <p:ext uri="{BB962C8B-B14F-4D97-AF65-F5344CB8AC3E}">
        <p14:creationId xmlns:p14="http://schemas.microsoft.com/office/powerpoint/2010/main" val="29306820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4486-5492-8366-A266-39F9DF20C178}"/>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A16F0E76-0D35-C644-8214-02AB41A7708F}"/>
              </a:ext>
            </a:extLst>
          </p:cNvPr>
          <p:cNvSpPr>
            <a:spLocks noGrp="1"/>
          </p:cNvSpPr>
          <p:nvPr>
            <p:ph idx="1"/>
          </p:nvPr>
        </p:nvSpPr>
        <p:spPr/>
        <p:txBody>
          <a:bodyPr/>
          <a:lstStyle/>
          <a:p>
            <a:pPr marL="288000" indent="-288000" algn="just">
              <a:lnSpc>
                <a:spcPct val="100000"/>
              </a:lnSpc>
              <a:spcBef>
                <a:spcPts val="600"/>
              </a:spcBef>
            </a:pPr>
            <a:r>
              <a:rPr lang="zh-CN" altLang="en-US"/>
              <a:t>集成开发环境（</a:t>
            </a:r>
            <a:r>
              <a:rPr lang="en-US" altLang="zh-CN"/>
              <a:t>Integrated Development Environment</a:t>
            </a:r>
            <a:r>
              <a:rPr lang="zh-CN" altLang="en-US"/>
              <a:t>，</a:t>
            </a:r>
            <a:r>
              <a:rPr lang="en-US" altLang="zh-CN"/>
              <a:t>IDE</a:t>
            </a:r>
            <a:r>
              <a:rPr lang="zh-CN" altLang="en-US"/>
              <a:t>） 是软件开发者的“一站式工具箱”，它将编码、调试、测试、版本控制等工具整合在一个软件中，极大提升了开发效率</a:t>
            </a:r>
            <a:endParaRPr lang="en-US" altLang="zh-CN"/>
          </a:p>
          <a:p>
            <a:pPr marL="0" indent="0" algn="just">
              <a:lnSpc>
                <a:spcPct val="100000"/>
              </a:lnSpc>
              <a:spcBef>
                <a:spcPts val="600"/>
              </a:spcBef>
              <a:buNone/>
            </a:pPr>
            <a:endParaRPr lang="en-US" altLang="zh-CN"/>
          </a:p>
          <a:p>
            <a:r>
              <a:rPr lang="zh-CN" altLang="en-US"/>
              <a:t>常见</a:t>
            </a:r>
            <a:r>
              <a:rPr lang="en-US" altLang="zh-CN"/>
              <a:t>Python</a:t>
            </a:r>
            <a:r>
              <a:rPr lang="zh-CN" altLang="en-US"/>
              <a:t> </a:t>
            </a:r>
            <a:r>
              <a:rPr lang="en-US" altLang="zh-CN"/>
              <a:t>IDE :</a:t>
            </a: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轻量编辑器：</a:t>
            </a:r>
            <a:r>
              <a:rPr lang="en-US" altLang="zh-CN" sz="2200" err="1">
                <a:solidFill>
                  <a:srgbClr val="000000"/>
                </a:solidFill>
                <a:ea typeface="宋体"/>
                <a:cs typeface="Times New Roman" panose="02020603050405020304" pitchFamily="18" charset="0"/>
              </a:rPr>
              <a:t>VSCode</a:t>
            </a:r>
            <a:r>
              <a:rPr lang="zh-CN" altLang="en-US" sz="2200">
                <a:solidFill>
                  <a:srgbClr val="000000"/>
                </a:solidFill>
                <a:ea typeface="宋体"/>
                <a:cs typeface="Times New Roman" panose="02020603050405020304" pitchFamily="18" charset="0"/>
              </a:rPr>
              <a:t>、</a:t>
            </a:r>
            <a:r>
              <a:rPr lang="en-US" altLang="zh-CN" sz="2200">
                <a:solidFill>
                  <a:srgbClr val="000000"/>
                </a:solidFill>
                <a:ea typeface="宋体"/>
                <a:cs typeface="Times New Roman" panose="02020603050405020304" pitchFamily="18" charset="0"/>
              </a:rPr>
              <a:t>Sublime Text </a:t>
            </a:r>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专业 </a:t>
            </a:r>
            <a:r>
              <a:rPr lang="en-US" altLang="zh-CN" sz="2200">
                <a:solidFill>
                  <a:srgbClr val="000000"/>
                </a:solidFill>
                <a:ea typeface="宋体"/>
                <a:cs typeface="Times New Roman" panose="02020603050405020304" pitchFamily="18" charset="0"/>
              </a:rPr>
              <a:t>IDE</a:t>
            </a:r>
            <a:r>
              <a:rPr lang="zh-CN" altLang="en-US" sz="2200">
                <a:solidFill>
                  <a:srgbClr val="000000"/>
                </a:solidFill>
                <a:latin typeface="Times New Roman" panose="02020603050405020304" pitchFamily="18" charset="0"/>
                <a:ea typeface="宋体"/>
                <a:cs typeface="Times New Roman" panose="02020603050405020304" pitchFamily="18" charset="0"/>
              </a:rPr>
              <a:t>：</a:t>
            </a:r>
            <a:r>
              <a:rPr lang="en-US" altLang="zh-CN" sz="2200">
                <a:solidFill>
                  <a:srgbClr val="000000"/>
                </a:solidFill>
                <a:ea typeface="宋体"/>
                <a:cs typeface="Times New Roman" panose="02020603050405020304" pitchFamily="18" charset="0"/>
              </a:rPr>
              <a:t>PyCharm</a:t>
            </a:r>
            <a:r>
              <a:rPr lang="zh-CN" altLang="en-US" sz="2200">
                <a:solidFill>
                  <a:srgbClr val="000000"/>
                </a:solidFill>
                <a:ea typeface="宋体"/>
                <a:cs typeface="Times New Roman" panose="02020603050405020304" pitchFamily="18" charset="0"/>
              </a:rPr>
              <a:t>、</a:t>
            </a:r>
            <a:r>
              <a:rPr lang="en-US" altLang="zh-CN" sz="2200">
                <a:solidFill>
                  <a:srgbClr val="000000"/>
                </a:solidFill>
                <a:ea typeface="宋体"/>
                <a:cs typeface="Times New Roman" panose="02020603050405020304" pitchFamily="18" charset="0"/>
              </a:rPr>
              <a:t>Spyder</a:t>
            </a:r>
          </a:p>
          <a:p>
            <a:pPr lvl="1" defTabSz="914400" eaLnBrk="0" fontAlgn="base" hangingPunct="0">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终端交互式环境：</a:t>
            </a:r>
            <a:r>
              <a:rPr lang="en-US" altLang="zh-CN" sz="2200" err="1">
                <a:solidFill>
                  <a:srgbClr val="000000"/>
                </a:solidFill>
                <a:ea typeface="宋体"/>
                <a:cs typeface="Times New Roman" panose="02020603050405020304" pitchFamily="18" charset="0"/>
              </a:rPr>
              <a:t>Jupyter</a:t>
            </a:r>
            <a:r>
              <a:rPr lang="en-US" altLang="zh-CN" sz="2200">
                <a:solidFill>
                  <a:srgbClr val="000000"/>
                </a:solidFill>
                <a:ea typeface="宋体"/>
                <a:cs typeface="Times New Roman" panose="02020603050405020304" pitchFamily="18" charset="0"/>
              </a:rPr>
              <a:t> Notebook</a:t>
            </a:r>
          </a:p>
        </p:txBody>
      </p:sp>
      <p:sp>
        <p:nvSpPr>
          <p:cNvPr id="3" name="标题 2">
            <a:extLst>
              <a:ext uri="{FF2B5EF4-FFF2-40B4-BE49-F238E27FC236}">
                <a16:creationId xmlns:a16="http://schemas.microsoft.com/office/drawing/2014/main" id="{64573F15-A63F-4668-83D5-98D5A0535C82}"/>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集成开发环境</a:t>
            </a:r>
          </a:p>
        </p:txBody>
      </p:sp>
    </p:spTree>
    <p:extLst>
      <p:ext uri="{BB962C8B-B14F-4D97-AF65-F5344CB8AC3E}">
        <p14:creationId xmlns:p14="http://schemas.microsoft.com/office/powerpoint/2010/main" val="1097391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B30A-5C9A-98AE-FD6A-FF751CA36ACD}"/>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4703DDE2-2300-8BB9-A93B-3AC8BC92E347}"/>
              </a:ext>
            </a:extLst>
          </p:cNvPr>
          <p:cNvSpPr>
            <a:spLocks noGrp="1"/>
          </p:cNvSpPr>
          <p:nvPr>
            <p:ph idx="1"/>
          </p:nvPr>
        </p:nvSpPr>
        <p:spPr/>
        <p:txBody>
          <a:bodyPr/>
          <a:lstStyle/>
          <a:p>
            <a:pPr marL="288000" indent="-288000" algn="just">
              <a:lnSpc>
                <a:spcPct val="100000"/>
              </a:lnSpc>
              <a:spcBef>
                <a:spcPts val="600"/>
              </a:spcBef>
            </a:pPr>
            <a:r>
              <a:rPr lang="en-US" altLang="zh-CN" err="1"/>
              <a:t>VSCode</a:t>
            </a:r>
            <a:r>
              <a:rPr lang="zh-CN" altLang="en-US"/>
              <a:t>（</a:t>
            </a:r>
            <a:r>
              <a:rPr lang="en-US" altLang="zh-CN"/>
              <a:t>Visual Studio Code</a:t>
            </a:r>
            <a:r>
              <a:rPr lang="zh-CN" altLang="en-US"/>
              <a:t>）是</a:t>
            </a:r>
            <a:r>
              <a:rPr lang="zh-CN" altLang="en-US">
                <a:solidFill>
                  <a:srgbClr val="FF0000"/>
                </a:solidFill>
              </a:rPr>
              <a:t>微软推出的免费、开源</a:t>
            </a:r>
            <a:r>
              <a:rPr lang="zh-CN" altLang="en-US"/>
              <a:t>的代码编辑器，支持多种编程语言，尤其适合 </a:t>
            </a:r>
            <a:r>
              <a:rPr lang="en-US" altLang="zh-CN"/>
              <a:t>Python </a:t>
            </a:r>
            <a:r>
              <a:rPr lang="zh-CN" altLang="en-US"/>
              <a:t>开发</a:t>
            </a:r>
            <a:endParaRPr lang="en-US" altLang="zh-CN"/>
          </a:p>
          <a:p>
            <a:r>
              <a:rPr lang="en-US" altLang="zh-CN" err="1"/>
              <a:t>VSCode</a:t>
            </a:r>
            <a:r>
              <a:rPr lang="zh-CN" altLang="en-US"/>
              <a:t>的优势：</a:t>
            </a:r>
            <a:endParaRPr lang="en-US" altLang="zh-CN"/>
          </a:p>
          <a:p>
            <a:pPr marL="720000" lvl="1" indent="-288000" defTabSz="914400" eaLnBrk="0" fontAlgn="base" hangingPunct="0">
              <a:lnSpc>
                <a:spcPct val="100000"/>
              </a:lnSpc>
              <a:spcBef>
                <a:spcPts val="600"/>
              </a:spcBef>
              <a:spcAft>
                <a:spcPct val="0"/>
              </a:spcAft>
              <a:buFontTx/>
              <a:buChar char="–"/>
            </a:pPr>
            <a:r>
              <a:rPr lang="zh-CN" altLang="en-US" sz="2200">
                <a:solidFill>
                  <a:srgbClr val="000000"/>
                </a:solidFill>
                <a:latin typeface="Times New Roman" panose="02020603050405020304" pitchFamily="18" charset="0"/>
                <a:ea typeface="宋体"/>
                <a:cs typeface="Times New Roman" panose="02020603050405020304" pitchFamily="18" charset="0"/>
              </a:rPr>
              <a:t>轻量快速：占用资源少，适合大项目开发</a:t>
            </a:r>
            <a:endParaRPr lang="en-US" altLang="zh-CN" sz="2200">
              <a:solidFill>
                <a:srgbClr val="000000"/>
              </a:solidFill>
              <a:latin typeface="Times New Roman" panose="02020603050405020304" pitchFamily="18" charset="0"/>
              <a:ea typeface="宋体"/>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200"/>
              <a:t>强大扩展性：丰富的插件系统</a:t>
            </a:r>
            <a:endParaRPr lang="en-US" altLang="zh-CN" sz="2200">
              <a:solidFill>
                <a:srgbClr val="000000"/>
              </a:solidFill>
              <a:ea typeface="宋体"/>
              <a:cs typeface="Times New Roman" panose="02020603050405020304" pitchFamily="18" charset="0"/>
            </a:endParaRPr>
          </a:p>
          <a:p>
            <a:pPr lvl="1" defTabSz="914400" eaLnBrk="0" fontAlgn="base" hangingPunct="0">
              <a:spcAft>
                <a:spcPct val="0"/>
              </a:spcAft>
              <a:buFontTx/>
              <a:buChar char="–"/>
            </a:pPr>
            <a:r>
              <a:rPr lang="zh-CN" altLang="en-US" sz="2200"/>
              <a:t>免费开源：完全免费无功能限制</a:t>
            </a:r>
            <a:endParaRPr lang="en-US" altLang="zh-CN" sz="2200"/>
          </a:p>
          <a:p>
            <a:pPr lvl="1" defTabSz="914400" eaLnBrk="0" fontAlgn="base" hangingPunct="0">
              <a:spcAft>
                <a:spcPct val="0"/>
              </a:spcAft>
              <a:buFontTx/>
              <a:buChar char="–"/>
            </a:pPr>
            <a:r>
              <a:rPr lang="zh-CN" altLang="en-US" sz="2200"/>
              <a:t>跨平台支持：</a:t>
            </a:r>
            <a:r>
              <a:rPr lang="en-US" altLang="zh-CN" sz="2200"/>
              <a:t>Windows</a:t>
            </a:r>
            <a:r>
              <a:rPr lang="zh-CN" altLang="en-US" sz="2200"/>
              <a:t>、</a:t>
            </a:r>
            <a:r>
              <a:rPr lang="en-US" altLang="zh-CN" sz="2200"/>
              <a:t>MacOS</a:t>
            </a:r>
            <a:r>
              <a:rPr lang="zh-CN" altLang="en-US" sz="2200"/>
              <a:t>、</a:t>
            </a:r>
            <a:r>
              <a:rPr lang="en-US" altLang="zh-CN" sz="2200"/>
              <a:t>Linux</a:t>
            </a:r>
            <a:r>
              <a:rPr lang="zh-CN" altLang="en-US" sz="2200"/>
              <a:t>均可运行</a:t>
            </a:r>
            <a:endParaRPr lang="en-US" altLang="zh-CN" sz="2200"/>
          </a:p>
          <a:p>
            <a:pPr lvl="1" defTabSz="914400" eaLnBrk="0" fontAlgn="base" hangingPunct="0">
              <a:spcAft>
                <a:spcPct val="0"/>
              </a:spcAft>
              <a:buFontTx/>
              <a:buChar char="–"/>
            </a:pPr>
            <a:r>
              <a:rPr lang="zh-CN" altLang="en-US" sz="2200"/>
              <a:t>强大调试工具：内置调试器，支持断点调试、变量检查等功能</a:t>
            </a:r>
            <a:endParaRPr lang="en-US" altLang="zh-CN" sz="2200"/>
          </a:p>
          <a:p>
            <a:pPr lvl="1" defTabSz="914400" eaLnBrk="0" fontAlgn="base" hangingPunct="0">
              <a:spcAft>
                <a:spcPct val="0"/>
              </a:spcAft>
              <a:buFontTx/>
              <a:buChar char="–"/>
            </a:pPr>
            <a:r>
              <a:rPr lang="zh-CN" altLang="en-US" sz="2200"/>
              <a:t>集成</a:t>
            </a:r>
            <a:r>
              <a:rPr lang="en-US" altLang="zh-CN" sz="2200"/>
              <a:t>Git</a:t>
            </a:r>
            <a:r>
              <a:rPr lang="zh-CN" altLang="en-US" sz="2200"/>
              <a:t>版本控制：无需额外工具，内置</a:t>
            </a:r>
            <a:r>
              <a:rPr lang="en-US" altLang="zh-CN" sz="2200"/>
              <a:t>Git</a:t>
            </a:r>
            <a:r>
              <a:rPr lang="zh-CN" altLang="en-US" sz="2200"/>
              <a:t>操作面板</a:t>
            </a:r>
            <a:endParaRPr lang="en-US" altLang="zh-CN" sz="2200"/>
          </a:p>
          <a:p>
            <a:pPr marL="288000" lvl="1" algn="just" fontAlgn="base">
              <a:spcAft>
                <a:spcPct val="0"/>
              </a:spcAft>
            </a:pPr>
            <a:r>
              <a:rPr lang="en-US" altLang="zh-CN" sz="2400"/>
              <a:t>Getting Started with Python in VS Code</a:t>
            </a:r>
            <a:r>
              <a:rPr lang="zh-CN" altLang="en-US" sz="2400"/>
              <a:t>：</a:t>
            </a:r>
            <a:endParaRPr lang="en-US" altLang="zh-CN" sz="2200">
              <a:solidFill>
                <a:srgbClr val="000000"/>
              </a:solidFill>
              <a:ea typeface="宋体"/>
              <a:cs typeface="Times New Roman" panose="02020603050405020304" pitchFamily="18" charset="0"/>
            </a:endParaRPr>
          </a:p>
          <a:p>
            <a:pPr marL="480150" lvl="3" indent="0" algn="just" fontAlgn="base">
              <a:spcAft>
                <a:spcPct val="0"/>
              </a:spcAft>
              <a:buNone/>
            </a:pPr>
            <a:r>
              <a:rPr lang="en-US" altLang="zh-CN" sz="1750">
                <a:solidFill>
                  <a:srgbClr val="000000"/>
                </a:solidFill>
                <a:ea typeface="宋体"/>
                <a:cs typeface="Times New Roman" panose="02020603050405020304" pitchFamily="18" charset="0"/>
              </a:rPr>
              <a:t>https://code.visualstudio.com/docs/python/python-tutorial#_run-hello-world</a:t>
            </a:r>
          </a:p>
        </p:txBody>
      </p:sp>
      <p:sp>
        <p:nvSpPr>
          <p:cNvPr id="3" name="标题 2">
            <a:extLst>
              <a:ext uri="{FF2B5EF4-FFF2-40B4-BE49-F238E27FC236}">
                <a16:creationId xmlns:a16="http://schemas.microsoft.com/office/drawing/2014/main" id="{1EA7A065-AAD8-56E2-1A94-CFC9D6167913}"/>
              </a:ext>
            </a:extLst>
          </p:cNvPr>
          <p:cNvSpPr>
            <a:spLocks noGrp="1"/>
          </p:cNvSpPr>
          <p:nvPr>
            <p:ph type="title"/>
          </p:nvPr>
        </p:nvSpPr>
        <p:spPr/>
        <p:txBody>
          <a:bodyPr/>
          <a:lstStyle/>
          <a:p>
            <a:r>
              <a:rPr lang="en-US" altLang="zh-CN" err="1">
                <a:cs typeface="Times New Roman" panose="02020603050405020304" pitchFamily="18" charset="0"/>
              </a:rPr>
              <a:t>VSCode</a:t>
            </a:r>
            <a:endParaRPr lang="zh-CN" altLang="en-US"/>
          </a:p>
        </p:txBody>
      </p:sp>
    </p:spTree>
    <p:extLst>
      <p:ext uri="{BB962C8B-B14F-4D97-AF65-F5344CB8AC3E}">
        <p14:creationId xmlns:p14="http://schemas.microsoft.com/office/powerpoint/2010/main" val="3041995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73763-2DA1-CEBF-EC7C-D8465D0CB48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4B10F53C-9316-1DDC-A974-2D8797699426}"/>
              </a:ext>
            </a:extLst>
          </p:cNvPr>
          <p:cNvSpPr>
            <a:spLocks noGrp="1"/>
          </p:cNvSpPr>
          <p:nvPr>
            <p:ph idx="1"/>
          </p:nvPr>
        </p:nvSpPr>
        <p:spPr/>
        <p:txBody>
          <a:bodyPr/>
          <a:lstStyle/>
          <a:p>
            <a:pPr marL="288000" indent="-288000" algn="just">
              <a:lnSpc>
                <a:spcPct val="100000"/>
              </a:lnSpc>
              <a:spcBef>
                <a:spcPts val="600"/>
              </a:spcBef>
            </a:pPr>
            <a:r>
              <a:rPr lang="zh-CN" altLang="en-US"/>
              <a:t>下载</a:t>
            </a:r>
            <a:r>
              <a:rPr lang="en-US" altLang="zh-CN" err="1"/>
              <a:t>VSCode</a:t>
            </a:r>
            <a:r>
              <a:rPr lang="zh-CN" altLang="en-US"/>
              <a:t>：</a:t>
            </a:r>
            <a:r>
              <a:rPr lang="en-US" altLang="zh-CN">
                <a:hlinkClick r:id="rId2"/>
              </a:rPr>
              <a:t>https://code.visualstudio.com/</a:t>
            </a:r>
            <a:endParaRPr lang="en-US" altLang="zh-CN"/>
          </a:p>
          <a:p>
            <a:pPr marL="288000" indent="-288000" algn="just">
              <a:lnSpc>
                <a:spcPct val="100000"/>
              </a:lnSpc>
              <a:spcBef>
                <a:spcPts val="600"/>
              </a:spcBef>
            </a:pPr>
            <a:r>
              <a:rPr lang="zh-CN" altLang="en-US"/>
              <a:t>安装</a:t>
            </a:r>
            <a:r>
              <a:rPr lang="en-US" altLang="zh-CN"/>
              <a:t>Python</a:t>
            </a:r>
            <a:r>
              <a:rPr lang="zh-CN" altLang="en-US"/>
              <a:t>插件</a:t>
            </a:r>
            <a:endParaRPr lang="en-US" altLang="zh-CN" sz="2200">
              <a:solidFill>
                <a:srgbClr val="000000"/>
              </a:solidFill>
              <a:ea typeface="宋体"/>
              <a:cs typeface="Times New Roman" panose="02020603050405020304" pitchFamily="18" charset="0"/>
            </a:endParaRPr>
          </a:p>
        </p:txBody>
      </p:sp>
      <p:sp>
        <p:nvSpPr>
          <p:cNvPr id="3" name="标题 2">
            <a:extLst>
              <a:ext uri="{FF2B5EF4-FFF2-40B4-BE49-F238E27FC236}">
                <a16:creationId xmlns:a16="http://schemas.microsoft.com/office/drawing/2014/main" id="{6E109909-0460-984E-AEFE-043C6F0D87BA}"/>
              </a:ext>
            </a:extLst>
          </p:cNvPr>
          <p:cNvSpPr>
            <a:spLocks noGrp="1"/>
          </p:cNvSpPr>
          <p:nvPr>
            <p:ph type="title"/>
          </p:nvPr>
        </p:nvSpPr>
        <p:spPr/>
        <p:txBody>
          <a:bodyPr>
            <a:normAutofit/>
          </a:bodyPr>
          <a:lstStyle/>
          <a:p>
            <a:r>
              <a:rPr lang="en-US" altLang="zh-CN" err="1">
                <a:cs typeface="Times New Roman" panose="02020603050405020304" pitchFamily="18" charset="0"/>
              </a:rPr>
              <a:t>VSCode</a:t>
            </a:r>
            <a:r>
              <a:rPr lang="zh-CN" altLang="en-US">
                <a:cs typeface="Times New Roman" panose="02020603050405020304" pitchFamily="18" charset="0"/>
              </a:rPr>
              <a:t>的</a:t>
            </a:r>
            <a:r>
              <a:rPr lang="en-US" altLang="zh-CN">
                <a:cs typeface="Times New Roman" panose="02020603050405020304" pitchFamily="18" charset="0"/>
              </a:rPr>
              <a:t>Python</a:t>
            </a:r>
            <a:r>
              <a:rPr lang="zh-CN" altLang="en-US">
                <a:cs typeface="Times New Roman" panose="02020603050405020304" pitchFamily="18" charset="0"/>
              </a:rPr>
              <a:t>开发环境配置</a:t>
            </a:r>
            <a:endParaRPr lang="zh-CN" altLang="en-US"/>
          </a:p>
        </p:txBody>
      </p:sp>
      <p:grpSp>
        <p:nvGrpSpPr>
          <p:cNvPr id="11" name="组合 10">
            <a:extLst>
              <a:ext uri="{FF2B5EF4-FFF2-40B4-BE49-F238E27FC236}">
                <a16:creationId xmlns:a16="http://schemas.microsoft.com/office/drawing/2014/main" id="{2FF50E89-5D9F-7655-6A02-F29981A5416D}"/>
              </a:ext>
            </a:extLst>
          </p:cNvPr>
          <p:cNvGrpSpPr/>
          <p:nvPr/>
        </p:nvGrpSpPr>
        <p:grpSpPr>
          <a:xfrm>
            <a:off x="30358" y="2260088"/>
            <a:ext cx="7975721" cy="4106404"/>
            <a:chOff x="30358" y="2260088"/>
            <a:chExt cx="7975721" cy="4106404"/>
          </a:xfrm>
        </p:grpSpPr>
        <p:pic>
          <p:nvPicPr>
            <p:cNvPr id="5" name="图片 4">
              <a:extLst>
                <a:ext uri="{FF2B5EF4-FFF2-40B4-BE49-F238E27FC236}">
                  <a16:creationId xmlns:a16="http://schemas.microsoft.com/office/drawing/2014/main" id="{0BEF18F5-C626-476B-40B2-6F0E601A377D}"/>
                </a:ext>
              </a:extLst>
            </p:cNvPr>
            <p:cNvPicPr>
              <a:picLocks noChangeAspect="1"/>
            </p:cNvPicPr>
            <p:nvPr/>
          </p:nvPicPr>
          <p:blipFill>
            <a:blip r:embed="rId3"/>
            <a:stretch>
              <a:fillRect/>
            </a:stretch>
          </p:blipFill>
          <p:spPr>
            <a:xfrm>
              <a:off x="1137917" y="2260088"/>
              <a:ext cx="6868162" cy="4106404"/>
            </a:xfrm>
            <a:prstGeom prst="rect">
              <a:avLst/>
            </a:prstGeom>
          </p:spPr>
        </p:pic>
        <p:sp>
          <p:nvSpPr>
            <p:cNvPr id="6" name="矩形 5">
              <a:extLst>
                <a:ext uri="{FF2B5EF4-FFF2-40B4-BE49-F238E27FC236}">
                  <a16:creationId xmlns:a16="http://schemas.microsoft.com/office/drawing/2014/main" id="{12462E95-54F4-11DD-E46E-507DC225C546}"/>
                </a:ext>
              </a:extLst>
            </p:cNvPr>
            <p:cNvSpPr/>
            <p:nvPr/>
          </p:nvSpPr>
          <p:spPr>
            <a:xfrm>
              <a:off x="1137917" y="3495040"/>
              <a:ext cx="254003" cy="23876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08E061B-7A63-0393-1A7A-023DC2A94078}"/>
                </a:ext>
              </a:extLst>
            </p:cNvPr>
            <p:cNvSpPr/>
            <p:nvPr/>
          </p:nvSpPr>
          <p:spPr>
            <a:xfrm>
              <a:off x="1442717" y="2466340"/>
              <a:ext cx="1236983" cy="39751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47CA5432-30F7-091B-2DCA-F2D5DC2098CF}"/>
                </a:ext>
              </a:extLst>
            </p:cNvPr>
            <p:cNvSpPr txBox="1"/>
            <p:nvPr/>
          </p:nvSpPr>
          <p:spPr>
            <a:xfrm>
              <a:off x="30358" y="3429000"/>
              <a:ext cx="1201420" cy="369332"/>
            </a:xfrm>
            <a:prstGeom prst="rect">
              <a:avLst/>
            </a:prstGeom>
            <a:noFill/>
          </p:spPr>
          <p:txBody>
            <a:bodyPr wrap="square" rtlCol="0">
              <a:spAutoFit/>
            </a:bodyPr>
            <a:lstStyle/>
            <a:p>
              <a:r>
                <a:rPr lang="zh-CN" altLang="en-US">
                  <a:solidFill>
                    <a:srgbClr val="FF0000"/>
                  </a:solidFill>
                </a:rPr>
                <a:t>插件功能</a:t>
              </a:r>
            </a:p>
          </p:txBody>
        </p:sp>
        <p:sp>
          <p:nvSpPr>
            <p:cNvPr id="10" name="文本框 9">
              <a:extLst>
                <a:ext uri="{FF2B5EF4-FFF2-40B4-BE49-F238E27FC236}">
                  <a16:creationId xmlns:a16="http://schemas.microsoft.com/office/drawing/2014/main" id="{AAE5CEDA-AC17-9699-0363-4886035102A1}"/>
                </a:ext>
              </a:extLst>
            </p:cNvPr>
            <p:cNvSpPr txBox="1"/>
            <p:nvPr/>
          </p:nvSpPr>
          <p:spPr>
            <a:xfrm>
              <a:off x="2679700" y="2618143"/>
              <a:ext cx="1558292" cy="369332"/>
            </a:xfrm>
            <a:prstGeom prst="rect">
              <a:avLst/>
            </a:prstGeom>
            <a:noFill/>
          </p:spPr>
          <p:txBody>
            <a:bodyPr wrap="square" rtlCol="0">
              <a:spAutoFit/>
            </a:bodyPr>
            <a:lstStyle/>
            <a:p>
              <a:r>
                <a:rPr lang="zh-CN" altLang="en-US">
                  <a:solidFill>
                    <a:srgbClr val="FF0000"/>
                  </a:solidFill>
                </a:rPr>
                <a:t>插件搜索下载</a:t>
              </a:r>
            </a:p>
          </p:txBody>
        </p:sp>
      </p:grpSp>
    </p:spTree>
    <p:extLst>
      <p:ext uri="{BB962C8B-B14F-4D97-AF65-F5344CB8AC3E}">
        <p14:creationId xmlns:p14="http://schemas.microsoft.com/office/powerpoint/2010/main" val="22455850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74DC9-BA73-3269-1C4E-9F08023B04A6}"/>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5849EA62-19FE-3B1B-487C-10CE3323E80B}"/>
              </a:ext>
            </a:extLst>
          </p:cNvPr>
          <p:cNvSpPr>
            <a:spLocks noGrp="1"/>
          </p:cNvSpPr>
          <p:nvPr>
            <p:ph idx="1"/>
          </p:nvPr>
        </p:nvSpPr>
        <p:spPr/>
        <p:txBody>
          <a:bodyPr/>
          <a:lstStyle/>
          <a:p>
            <a:pPr marL="288000" indent="-288000" algn="just">
              <a:lnSpc>
                <a:spcPct val="100000"/>
              </a:lnSpc>
              <a:spcBef>
                <a:spcPts val="600"/>
              </a:spcBef>
            </a:pPr>
            <a:r>
              <a:rPr lang="zh-CN" altLang="en-US"/>
              <a:t>运行</a:t>
            </a:r>
            <a:r>
              <a:rPr lang="en-US" altLang="zh-CN"/>
              <a:t>Python</a:t>
            </a:r>
            <a:r>
              <a:rPr lang="zh-CN" altLang="en-US"/>
              <a:t>代码</a:t>
            </a:r>
            <a:endParaRPr lang="en-US" altLang="zh-CN">
              <a:solidFill>
                <a:srgbClr val="000000"/>
              </a:solidFill>
              <a:ea typeface="宋体"/>
              <a:cs typeface="Times New Roman" panose="02020603050405020304" pitchFamily="18" charset="0"/>
            </a:endParaRPr>
          </a:p>
          <a:p>
            <a:pPr lvl="1" algn="just"/>
            <a:r>
              <a:rPr lang="zh-CN" altLang="en-US" sz="2000"/>
              <a:t>新建</a:t>
            </a:r>
            <a:r>
              <a:rPr lang="en-US" altLang="zh-CN" sz="2000"/>
              <a:t>Python</a:t>
            </a:r>
            <a:r>
              <a:rPr lang="zh-CN" altLang="en-US" sz="2000"/>
              <a:t>文件</a:t>
            </a:r>
            <a:endParaRPr lang="en-US" altLang="zh-CN" sz="2000"/>
          </a:p>
          <a:p>
            <a:pPr lvl="1" algn="just"/>
            <a:r>
              <a:rPr lang="zh-CN" altLang="en-US" sz="2000"/>
              <a:t>选择</a:t>
            </a:r>
            <a:r>
              <a:rPr lang="en-US" altLang="zh-CN" sz="2000"/>
              <a:t>Python</a:t>
            </a:r>
            <a:r>
              <a:rPr lang="zh-CN" altLang="en-US" sz="2000"/>
              <a:t>解释器</a:t>
            </a:r>
            <a:endParaRPr lang="en-US" altLang="zh-CN" sz="2000"/>
          </a:p>
          <a:p>
            <a:pPr lvl="1" algn="just"/>
            <a:r>
              <a:rPr lang="zh-CN" altLang="en-US" sz="2000"/>
              <a:t>运行</a:t>
            </a:r>
            <a:r>
              <a:rPr lang="en-US" altLang="zh-CN" sz="2000"/>
              <a:t>Python</a:t>
            </a:r>
            <a:r>
              <a:rPr lang="zh-CN" altLang="en-US" sz="2000"/>
              <a:t>程序</a:t>
            </a:r>
            <a:endParaRPr lang="en-US" altLang="zh-CN" sz="2000"/>
          </a:p>
          <a:p>
            <a:pPr lvl="1" algn="just"/>
            <a:r>
              <a:rPr lang="zh-CN" altLang="en-US" sz="2000"/>
              <a:t>终端查看结果</a:t>
            </a:r>
            <a:endParaRPr lang="en-US" altLang="zh-CN" sz="2000"/>
          </a:p>
        </p:txBody>
      </p:sp>
      <p:sp>
        <p:nvSpPr>
          <p:cNvPr id="3" name="标题 2">
            <a:extLst>
              <a:ext uri="{FF2B5EF4-FFF2-40B4-BE49-F238E27FC236}">
                <a16:creationId xmlns:a16="http://schemas.microsoft.com/office/drawing/2014/main" id="{FB5BCB0E-0B15-CED9-09B2-24A4A58AD591}"/>
              </a:ext>
            </a:extLst>
          </p:cNvPr>
          <p:cNvSpPr>
            <a:spLocks noGrp="1"/>
          </p:cNvSpPr>
          <p:nvPr>
            <p:ph type="title"/>
          </p:nvPr>
        </p:nvSpPr>
        <p:spPr/>
        <p:txBody>
          <a:bodyPr>
            <a:normAutofit/>
          </a:bodyPr>
          <a:lstStyle/>
          <a:p>
            <a:r>
              <a:rPr lang="en-US" altLang="zh-CN" err="1">
                <a:cs typeface="Times New Roman" panose="02020603050405020304" pitchFamily="18" charset="0"/>
              </a:rPr>
              <a:t>VSCode</a:t>
            </a:r>
            <a:r>
              <a:rPr lang="zh-CN" altLang="en-US">
                <a:cs typeface="Times New Roman" panose="02020603050405020304" pitchFamily="18" charset="0"/>
              </a:rPr>
              <a:t>的</a:t>
            </a:r>
            <a:r>
              <a:rPr lang="en-US" altLang="zh-CN">
                <a:cs typeface="Times New Roman" panose="02020603050405020304" pitchFamily="18" charset="0"/>
              </a:rPr>
              <a:t>Python</a:t>
            </a:r>
            <a:r>
              <a:rPr lang="zh-CN" altLang="en-US">
                <a:cs typeface="Times New Roman" panose="02020603050405020304" pitchFamily="18" charset="0"/>
              </a:rPr>
              <a:t>开发环境配置</a:t>
            </a:r>
            <a:endParaRPr lang="zh-CN" altLang="en-US"/>
          </a:p>
        </p:txBody>
      </p:sp>
      <p:pic>
        <p:nvPicPr>
          <p:cNvPr id="4" name="20250207_140939">
            <a:hlinkClick r:id="" action="ppaction://media"/>
            <a:extLst>
              <a:ext uri="{FF2B5EF4-FFF2-40B4-BE49-F238E27FC236}">
                <a16:creationId xmlns:a16="http://schemas.microsoft.com/office/drawing/2014/main" id="{AF284400-25BB-F8B3-AE01-6691474C6CA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130663" y="1682672"/>
            <a:ext cx="5629378" cy="5109015"/>
          </a:xfrm>
          <a:prstGeom prst="rect">
            <a:avLst/>
          </a:prstGeom>
        </p:spPr>
      </p:pic>
    </p:spTree>
    <p:extLst>
      <p:ext uri="{BB962C8B-B14F-4D97-AF65-F5344CB8AC3E}">
        <p14:creationId xmlns:p14="http://schemas.microsoft.com/office/powerpoint/2010/main" val="18507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81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E5309-181B-9E29-AAF2-05D02A292B87}"/>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25ACF33-91DC-EF1F-A20F-00ED16C76F21}"/>
              </a:ext>
            </a:extLst>
          </p:cNvPr>
          <p:cNvSpPr>
            <a:spLocks noGrp="1"/>
          </p:cNvSpPr>
          <p:nvPr>
            <p:ph idx="1"/>
          </p:nvPr>
        </p:nvSpPr>
        <p:spPr/>
        <p:txBody>
          <a:bodyPr/>
          <a:lstStyle/>
          <a:p>
            <a:pPr marL="288000" indent="-288000" algn="just">
              <a:lnSpc>
                <a:spcPct val="100000"/>
              </a:lnSpc>
              <a:spcBef>
                <a:spcPts val="600"/>
              </a:spcBef>
            </a:pPr>
            <a:r>
              <a:rPr lang="en-US" altLang="zh-CN" err="1">
                <a:solidFill>
                  <a:srgbClr val="000000"/>
                </a:solidFill>
                <a:ea typeface="宋体"/>
                <a:cs typeface="Times New Roman" panose="02020603050405020304" pitchFamily="18" charset="0"/>
              </a:rPr>
              <a:t>VSCode</a:t>
            </a:r>
            <a:r>
              <a:rPr lang="zh-CN" altLang="en-US">
                <a:solidFill>
                  <a:srgbClr val="000000"/>
                </a:solidFill>
                <a:ea typeface="宋体"/>
                <a:cs typeface="Times New Roman" panose="02020603050405020304" pitchFamily="18" charset="0"/>
              </a:rPr>
              <a:t>插件推荐</a:t>
            </a:r>
            <a:endParaRPr lang="en-US" altLang="zh-CN">
              <a:solidFill>
                <a:srgbClr val="000000"/>
              </a:solidFill>
              <a:ea typeface="宋体"/>
              <a:cs typeface="Times New Roman" panose="02020603050405020304" pitchFamily="18" charset="0"/>
            </a:endParaRPr>
          </a:p>
          <a:p>
            <a:pPr marL="288000" indent="-288000" algn="just">
              <a:lnSpc>
                <a:spcPct val="100000"/>
              </a:lnSpc>
              <a:spcBef>
                <a:spcPts val="600"/>
              </a:spcBef>
            </a:pPr>
            <a:endParaRPr lang="en-US" altLang="zh-CN" sz="2200">
              <a:solidFill>
                <a:srgbClr val="000000"/>
              </a:solidFill>
              <a:ea typeface="宋体"/>
              <a:cs typeface="Times New Roman" panose="02020603050405020304" pitchFamily="18" charset="0"/>
            </a:endParaRPr>
          </a:p>
        </p:txBody>
      </p:sp>
      <p:sp>
        <p:nvSpPr>
          <p:cNvPr id="3" name="标题 2">
            <a:extLst>
              <a:ext uri="{FF2B5EF4-FFF2-40B4-BE49-F238E27FC236}">
                <a16:creationId xmlns:a16="http://schemas.microsoft.com/office/drawing/2014/main" id="{765AFE52-C276-EF82-EEFD-C318DCA01B7D}"/>
              </a:ext>
            </a:extLst>
          </p:cNvPr>
          <p:cNvSpPr>
            <a:spLocks noGrp="1"/>
          </p:cNvSpPr>
          <p:nvPr>
            <p:ph type="title"/>
          </p:nvPr>
        </p:nvSpPr>
        <p:spPr/>
        <p:txBody>
          <a:bodyPr>
            <a:normAutofit/>
          </a:bodyPr>
          <a:lstStyle/>
          <a:p>
            <a:r>
              <a:rPr lang="en-US" altLang="zh-CN" err="1">
                <a:cs typeface="Times New Roman" panose="02020603050405020304" pitchFamily="18" charset="0"/>
              </a:rPr>
              <a:t>VSCode</a:t>
            </a:r>
            <a:r>
              <a:rPr lang="zh-CN" altLang="en-US">
                <a:cs typeface="Times New Roman" panose="02020603050405020304" pitchFamily="18" charset="0"/>
              </a:rPr>
              <a:t>的</a:t>
            </a:r>
            <a:r>
              <a:rPr lang="en-US" altLang="zh-CN">
                <a:cs typeface="Times New Roman" panose="02020603050405020304" pitchFamily="18" charset="0"/>
              </a:rPr>
              <a:t>Python</a:t>
            </a:r>
            <a:r>
              <a:rPr lang="zh-CN" altLang="en-US">
                <a:cs typeface="Times New Roman" panose="02020603050405020304" pitchFamily="18" charset="0"/>
              </a:rPr>
              <a:t>开发环境配置</a:t>
            </a:r>
            <a:endParaRPr lang="zh-CN" altLang="en-US"/>
          </a:p>
        </p:txBody>
      </p:sp>
      <p:graphicFrame>
        <p:nvGraphicFramePr>
          <p:cNvPr id="5" name="表格 4">
            <a:extLst>
              <a:ext uri="{FF2B5EF4-FFF2-40B4-BE49-F238E27FC236}">
                <a16:creationId xmlns:a16="http://schemas.microsoft.com/office/drawing/2014/main" id="{28876738-7872-AF92-59FD-0414B664A7C9}"/>
              </a:ext>
            </a:extLst>
          </p:cNvPr>
          <p:cNvGraphicFramePr>
            <a:graphicFrameLocks noGrp="1"/>
          </p:cNvGraphicFramePr>
          <p:nvPr>
            <p:extLst>
              <p:ext uri="{D42A27DB-BD31-4B8C-83A1-F6EECF244321}">
                <p14:modId xmlns:p14="http://schemas.microsoft.com/office/powerpoint/2010/main" val="1259277775"/>
              </p:ext>
            </p:extLst>
          </p:nvPr>
        </p:nvGraphicFramePr>
        <p:xfrm>
          <a:off x="1082037" y="1977724"/>
          <a:ext cx="6979922" cy="2560320"/>
        </p:xfrm>
        <a:graphic>
          <a:graphicData uri="http://schemas.openxmlformats.org/drawingml/2006/table">
            <a:tbl>
              <a:tblPr firstRow="1" bandRow="1">
                <a:tableStyleId>{5940675A-B579-460E-94D1-54222C63F5DA}</a:tableStyleId>
              </a:tblPr>
              <a:tblGrid>
                <a:gridCol w="2418082">
                  <a:extLst>
                    <a:ext uri="{9D8B030D-6E8A-4147-A177-3AD203B41FA5}">
                      <a16:colId xmlns:a16="http://schemas.microsoft.com/office/drawing/2014/main" val="2798709762"/>
                    </a:ext>
                  </a:extLst>
                </a:gridCol>
                <a:gridCol w="4561840">
                  <a:extLst>
                    <a:ext uri="{9D8B030D-6E8A-4147-A177-3AD203B41FA5}">
                      <a16:colId xmlns:a16="http://schemas.microsoft.com/office/drawing/2014/main" val="3725567643"/>
                    </a:ext>
                  </a:extLst>
                </a:gridCol>
              </a:tblGrid>
              <a:tr h="370840">
                <a:tc>
                  <a:txBody>
                    <a:bodyPr/>
                    <a:lstStyle/>
                    <a:p>
                      <a:pPr algn="ctr"/>
                      <a:r>
                        <a:rPr lang="zh-CN" altLang="en-US" sz="2200"/>
                        <a:t>插件名称</a:t>
                      </a:r>
                    </a:p>
                  </a:txBody>
                  <a:tcPr/>
                </a:tc>
                <a:tc>
                  <a:txBody>
                    <a:bodyPr/>
                    <a:lstStyle/>
                    <a:p>
                      <a:pPr algn="ctr"/>
                      <a:r>
                        <a:rPr lang="zh-CN" altLang="en-US" sz="2200"/>
                        <a:t>功能</a:t>
                      </a:r>
                    </a:p>
                  </a:txBody>
                  <a:tcPr/>
                </a:tc>
                <a:extLst>
                  <a:ext uri="{0D108BD9-81ED-4DB2-BD59-A6C34878D82A}">
                    <a16:rowId xmlns:a16="http://schemas.microsoft.com/office/drawing/2014/main" val="2938819951"/>
                  </a:ext>
                </a:extLst>
              </a:tr>
              <a:tr h="370840">
                <a:tc>
                  <a:txBody>
                    <a:bodyPr/>
                    <a:lstStyle/>
                    <a:p>
                      <a:pPr algn="ctr"/>
                      <a:r>
                        <a:rPr lang="en-US" sz="2200"/>
                        <a:t>Python</a:t>
                      </a:r>
                    </a:p>
                  </a:txBody>
                  <a:tcPr anchor="ctr"/>
                </a:tc>
                <a:tc>
                  <a:txBody>
                    <a:bodyPr/>
                    <a:lstStyle/>
                    <a:p>
                      <a:pPr algn="ctr"/>
                      <a:r>
                        <a:rPr lang="zh-CN" altLang="en-US" sz="2200"/>
                        <a:t>代码高亮、自动补全、调试</a:t>
                      </a:r>
                    </a:p>
                  </a:txBody>
                  <a:tcPr anchor="ctr"/>
                </a:tc>
                <a:extLst>
                  <a:ext uri="{0D108BD9-81ED-4DB2-BD59-A6C34878D82A}">
                    <a16:rowId xmlns:a16="http://schemas.microsoft.com/office/drawing/2014/main" val="1347779018"/>
                  </a:ext>
                </a:extLst>
              </a:tr>
              <a:tr h="370840">
                <a:tc>
                  <a:txBody>
                    <a:bodyPr/>
                    <a:lstStyle/>
                    <a:p>
                      <a:pPr algn="ctr"/>
                      <a:r>
                        <a:rPr lang="en-US" sz="2200" err="1"/>
                        <a:t>Jupyter</a:t>
                      </a:r>
                      <a:endParaRPr lang="en-US" sz="2200"/>
                    </a:p>
                  </a:txBody>
                  <a:tcPr anchor="ctr"/>
                </a:tc>
                <a:tc>
                  <a:txBody>
                    <a:bodyPr/>
                    <a:lstStyle/>
                    <a:p>
                      <a:pPr algn="ctr"/>
                      <a:r>
                        <a:rPr lang="zh-CN" altLang="en-US" sz="2200"/>
                        <a:t>运行 </a:t>
                      </a:r>
                      <a:r>
                        <a:rPr lang="en-US" altLang="zh-CN" sz="2200" err="1"/>
                        <a:t>Jupyter</a:t>
                      </a:r>
                      <a:r>
                        <a:rPr lang="en-US" altLang="zh-CN" sz="2200"/>
                        <a:t> Notebook</a:t>
                      </a:r>
                      <a:endParaRPr lang="zh-CN" altLang="en-US" sz="2200"/>
                    </a:p>
                  </a:txBody>
                  <a:tcPr/>
                </a:tc>
                <a:extLst>
                  <a:ext uri="{0D108BD9-81ED-4DB2-BD59-A6C34878D82A}">
                    <a16:rowId xmlns:a16="http://schemas.microsoft.com/office/drawing/2014/main" val="3895546871"/>
                  </a:ext>
                </a:extLst>
              </a:tr>
              <a:tr h="370840">
                <a:tc>
                  <a:txBody>
                    <a:bodyPr/>
                    <a:lstStyle/>
                    <a:p>
                      <a:pPr algn="ctr"/>
                      <a:r>
                        <a:rPr lang="en-US" altLang="zh-CN" sz="2200" err="1"/>
                        <a:t>Pylance</a:t>
                      </a:r>
                      <a:endParaRPr lang="zh-CN" altLang="en-US" sz="2200"/>
                    </a:p>
                  </a:txBody>
                  <a:tcPr/>
                </a:tc>
                <a:tc>
                  <a:txBody>
                    <a:bodyPr/>
                    <a:lstStyle/>
                    <a:p>
                      <a:pPr algn="ctr"/>
                      <a:r>
                        <a:rPr lang="zh-CN" altLang="en-US" sz="2200"/>
                        <a:t>更强大的代码补全、类型检查</a:t>
                      </a:r>
                    </a:p>
                  </a:txBody>
                  <a:tcPr/>
                </a:tc>
                <a:extLst>
                  <a:ext uri="{0D108BD9-81ED-4DB2-BD59-A6C34878D82A}">
                    <a16:rowId xmlns:a16="http://schemas.microsoft.com/office/drawing/2014/main" val="635276669"/>
                  </a:ext>
                </a:extLst>
              </a:tr>
              <a:tr h="370840">
                <a:tc>
                  <a:txBody>
                    <a:bodyPr/>
                    <a:lstStyle/>
                    <a:p>
                      <a:pPr algn="ctr"/>
                      <a:r>
                        <a:rPr lang="en-US" altLang="zh-CN" sz="2200" err="1"/>
                        <a:t>GitLens</a:t>
                      </a:r>
                      <a:endParaRPr lang="zh-CN" altLang="en-US" sz="2200"/>
                    </a:p>
                  </a:txBody>
                  <a:tcPr/>
                </a:tc>
                <a:tc>
                  <a:txBody>
                    <a:bodyPr/>
                    <a:lstStyle/>
                    <a:p>
                      <a:pPr algn="ctr"/>
                      <a:r>
                        <a:rPr lang="en-US" altLang="zh-CN" sz="2200"/>
                        <a:t>Git </a:t>
                      </a:r>
                      <a:r>
                        <a:rPr lang="zh-CN" altLang="en-US" sz="2200"/>
                        <a:t>版本管理增强</a:t>
                      </a:r>
                    </a:p>
                  </a:txBody>
                  <a:tcPr anchor="ctr"/>
                </a:tc>
                <a:extLst>
                  <a:ext uri="{0D108BD9-81ED-4DB2-BD59-A6C34878D82A}">
                    <a16:rowId xmlns:a16="http://schemas.microsoft.com/office/drawing/2014/main" val="474189555"/>
                  </a:ext>
                </a:extLst>
              </a:tr>
              <a:tr h="370840">
                <a:tc>
                  <a:txBody>
                    <a:bodyPr/>
                    <a:lstStyle/>
                    <a:p>
                      <a:pPr algn="ctr"/>
                      <a:r>
                        <a:rPr lang="en-US" altLang="zh-CN" sz="2200"/>
                        <a:t>Code Runner</a:t>
                      </a:r>
                      <a:endParaRPr lang="zh-CN" altLang="en-US" sz="2200"/>
                    </a:p>
                  </a:txBody>
                  <a:tcPr/>
                </a:tc>
                <a:tc>
                  <a:txBody>
                    <a:bodyPr/>
                    <a:lstStyle/>
                    <a:p>
                      <a:pPr algn="ctr"/>
                      <a:r>
                        <a:rPr lang="zh-CN" altLang="en-US" sz="2200"/>
                        <a:t>一键运行代码</a:t>
                      </a:r>
                    </a:p>
                  </a:txBody>
                  <a:tcPr/>
                </a:tc>
                <a:extLst>
                  <a:ext uri="{0D108BD9-81ED-4DB2-BD59-A6C34878D82A}">
                    <a16:rowId xmlns:a16="http://schemas.microsoft.com/office/drawing/2014/main" val="369752721"/>
                  </a:ext>
                </a:extLst>
              </a:tr>
            </a:tbl>
          </a:graphicData>
        </a:graphic>
      </p:graphicFrame>
    </p:spTree>
    <p:extLst>
      <p:ext uri="{BB962C8B-B14F-4D97-AF65-F5344CB8AC3E}">
        <p14:creationId xmlns:p14="http://schemas.microsoft.com/office/powerpoint/2010/main" val="21814747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A4940-AE9F-44BE-A0E7-01A78F0FC220}"/>
              </a:ext>
            </a:extLst>
          </p:cNvPr>
          <p:cNvSpPr>
            <a:spLocks noGrp="1"/>
          </p:cNvSpPr>
          <p:nvPr>
            <p:ph type="title"/>
          </p:nvPr>
        </p:nvSpPr>
        <p:spPr>
          <a:xfrm>
            <a:off x="252000" y="1709739"/>
            <a:ext cx="8627166" cy="2852737"/>
          </a:xfrm>
        </p:spPr>
        <p:txBody>
          <a:bodyPr/>
          <a:lstStyle/>
          <a:p>
            <a:pPr algn="ctr"/>
            <a:r>
              <a:rPr lang="zh-CN" altLang="en-US">
                <a:cs typeface="Times New Roman" panose="02020603050405020304" pitchFamily="18" charset="0"/>
              </a:rPr>
              <a:t>包管理工具</a:t>
            </a:r>
            <a:r>
              <a:rPr lang="en-US" altLang="zh-CN">
                <a:cs typeface="Times New Roman" panose="02020603050405020304" pitchFamily="18" charset="0"/>
              </a:rPr>
              <a:t>pip</a:t>
            </a:r>
            <a:endParaRPr lang="zh-CN" altLang="en-US"/>
          </a:p>
        </p:txBody>
      </p:sp>
      <p:sp>
        <p:nvSpPr>
          <p:cNvPr id="3" name="文本占位符 2">
            <a:extLst>
              <a:ext uri="{FF2B5EF4-FFF2-40B4-BE49-F238E27FC236}">
                <a16:creationId xmlns:a16="http://schemas.microsoft.com/office/drawing/2014/main" id="{4D72AFC0-9E8B-43DD-97E3-170D97DEBD85}"/>
              </a:ext>
            </a:extLst>
          </p:cNvPr>
          <p:cNvSpPr>
            <a:spLocks noGrp="1"/>
          </p:cNvSpPr>
          <p:nvPr>
            <p:ph type="body" idx="1"/>
          </p:nvPr>
        </p:nvSpPr>
        <p:spPr>
          <a:xfrm>
            <a:off x="252000" y="4589464"/>
            <a:ext cx="8627166" cy="1500187"/>
          </a:xfrm>
        </p:spPr>
        <p:txBody>
          <a:bodyPr>
            <a:normAutofit/>
          </a:bodyPr>
          <a:lstStyle/>
          <a:p>
            <a:endParaRPr lang="zh-CN" altLang="en-US" sz="2400"/>
          </a:p>
        </p:txBody>
      </p:sp>
    </p:spTree>
    <p:extLst>
      <p:ext uri="{BB962C8B-B14F-4D97-AF65-F5344CB8AC3E}">
        <p14:creationId xmlns:p14="http://schemas.microsoft.com/office/powerpoint/2010/main" val="9534523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DC00BF-CDC9-4563-A809-557FA4622D0A}"/>
              </a:ext>
            </a:extLst>
          </p:cNvPr>
          <p:cNvSpPr>
            <a:spLocks noGrp="1"/>
          </p:cNvSpPr>
          <p:nvPr>
            <p:ph idx="1"/>
          </p:nvPr>
        </p:nvSpPr>
        <p:spPr/>
        <p:txBody>
          <a:bodyPr>
            <a:normAutofit/>
          </a:bodyPr>
          <a:lstStyle/>
          <a:p>
            <a:pPr marL="288000" indent="-288000" algn="just">
              <a:lnSpc>
                <a:spcPct val="100000"/>
              </a:lnSpc>
              <a:spcBef>
                <a:spcPts val="600"/>
              </a:spcBef>
            </a:pPr>
            <a:r>
              <a:rPr lang="en-US" altLang="zh-CN">
                <a:cs typeface="Times New Roman" panose="02020603050405020304" pitchFamily="18" charset="0"/>
              </a:rPr>
              <a:t>Python</a:t>
            </a:r>
            <a:r>
              <a:rPr lang="zh-CN" altLang="en-US">
                <a:cs typeface="Times New Roman" panose="02020603050405020304" pitchFamily="18" charset="0"/>
              </a:rPr>
              <a:t>采用模块包</a:t>
            </a:r>
            <a:r>
              <a:rPr lang="en-US" altLang="zh-CN">
                <a:cs typeface="Times New Roman" panose="02020603050405020304" pitchFamily="18" charset="0"/>
              </a:rPr>
              <a:t>(module package)</a:t>
            </a:r>
            <a:r>
              <a:rPr lang="zh-CN" altLang="en-US">
                <a:cs typeface="Times New Roman" panose="02020603050405020304" pitchFamily="18" charset="0"/>
              </a:rPr>
              <a:t>的形式组织库函数，有标准库模块和第三方库模块之分</a:t>
            </a:r>
            <a:endParaRPr lang="en-US" altLang="zh-CN">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标准库模块随</a:t>
            </a:r>
            <a:r>
              <a:rPr lang="en-US" altLang="zh-CN" sz="2000">
                <a:solidFill>
                  <a:srgbClr val="000000"/>
                </a:solidFill>
                <a:cs typeface="Times New Roman" panose="02020603050405020304" pitchFamily="18" charset="0"/>
              </a:rPr>
              <a:t>Python</a:t>
            </a:r>
            <a:r>
              <a:rPr lang="zh-CN" altLang="en-US" sz="2000">
                <a:solidFill>
                  <a:srgbClr val="000000"/>
                </a:solidFill>
                <a:cs typeface="Times New Roman" panose="02020603050405020304" pitchFamily="18" charset="0"/>
              </a:rPr>
              <a:t>安装文件一同发布，用户在安装了</a:t>
            </a:r>
            <a:r>
              <a:rPr lang="en-US" altLang="zh-CN" sz="2000">
                <a:solidFill>
                  <a:srgbClr val="000000"/>
                </a:solidFill>
                <a:cs typeface="Times New Roman" panose="02020603050405020304" pitchFamily="18" charset="0"/>
              </a:rPr>
              <a:t>Python</a:t>
            </a:r>
            <a:r>
              <a:rPr lang="zh-CN" altLang="en-US" sz="2000">
                <a:solidFill>
                  <a:srgbClr val="000000"/>
                </a:solidFill>
                <a:cs typeface="Times New Roman" panose="02020603050405020304" pitchFamily="18" charset="0"/>
              </a:rPr>
              <a:t>解释器后即可通过导入操作直接使用，查看标准库模块方式如下：</a:t>
            </a:r>
            <a:endParaRPr lang="en-US" altLang="zh-CN" sz="2000">
              <a:solidFill>
                <a:srgbClr val="000000"/>
              </a:solidFill>
              <a:cs typeface="Times New Roman" panose="02020603050405020304" pitchFamily="18" charset="0"/>
            </a:endParaRPr>
          </a:p>
          <a:p>
            <a:pPr marL="432000" lvl="1" indent="0" defTabSz="914400" eaLnBrk="0" fontAlgn="base" hangingPunct="0">
              <a:lnSpc>
                <a:spcPct val="100000"/>
              </a:lnSpc>
              <a:spcBef>
                <a:spcPts val="600"/>
              </a:spcBef>
              <a:spcAft>
                <a:spcPct val="0"/>
              </a:spcAft>
              <a:buNone/>
            </a:pPr>
            <a:endParaRPr lang="en-US" altLang="zh-CN" sz="2000">
              <a:solidFill>
                <a:srgbClr val="000000"/>
              </a:solidFill>
              <a:cs typeface="Times New Roman" panose="02020603050405020304" pitchFamily="18" charset="0"/>
            </a:endParaRPr>
          </a:p>
          <a:p>
            <a:pPr marL="432000" lvl="1" indent="0" defTabSz="914400" eaLnBrk="0" fontAlgn="base" hangingPunct="0">
              <a:lnSpc>
                <a:spcPct val="100000"/>
              </a:lnSpc>
              <a:spcBef>
                <a:spcPts val="600"/>
              </a:spcBef>
              <a:spcAft>
                <a:spcPct val="0"/>
              </a:spcAft>
              <a:buNone/>
            </a:pP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第三方库模块需要用户按需求手动下载安装，之后才能在代码中导入使用</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endParaRPr lang="en-US" altLang="zh-CN" sz="20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CE0E9E7C-EDB9-4890-BFCA-BBF858718C6F}"/>
              </a:ext>
            </a:extLst>
          </p:cNvPr>
          <p:cNvSpPr>
            <a:spLocks noGrp="1"/>
          </p:cNvSpPr>
          <p:nvPr>
            <p:ph type="title"/>
          </p:nvPr>
        </p:nvSpPr>
        <p:spPr/>
        <p:txBody>
          <a:bodyPr/>
          <a:lstStyle/>
          <a:p>
            <a:r>
              <a:rPr lang="zh-CN" altLang="en-US"/>
              <a:t>包管理工具</a:t>
            </a:r>
            <a:r>
              <a:rPr lang="en-US" altLang="zh-CN">
                <a:cs typeface="Times New Roman" panose="02020603050405020304" pitchFamily="18" charset="0"/>
              </a:rPr>
              <a:t>pip</a:t>
            </a:r>
            <a:endParaRPr lang="zh-CN" altLang="en-US">
              <a:cs typeface="Times New Roman" panose="02020603050405020304" pitchFamily="18" charset="0"/>
            </a:endParaRPr>
          </a:p>
        </p:txBody>
      </p:sp>
      <p:sp>
        <p:nvSpPr>
          <p:cNvPr id="7" name="文本框 6">
            <a:extLst>
              <a:ext uri="{FF2B5EF4-FFF2-40B4-BE49-F238E27FC236}">
                <a16:creationId xmlns:a16="http://schemas.microsoft.com/office/drawing/2014/main" id="{3EDAB2B9-6DC5-D945-8BFD-0368B65962B9}"/>
              </a:ext>
            </a:extLst>
          </p:cNvPr>
          <p:cNvSpPr txBox="1"/>
          <p:nvPr/>
        </p:nvSpPr>
        <p:spPr>
          <a:xfrm>
            <a:off x="1008632" y="2664788"/>
            <a:ext cx="1629866" cy="707886"/>
          </a:xfrm>
          <a:prstGeom prst="rect">
            <a:avLst/>
          </a:prstGeom>
          <a:noFill/>
        </p:spPr>
        <p:txBody>
          <a:bodyPr wrap="square" rtlCol="0">
            <a:spAutoFit/>
          </a:bodyPr>
          <a:lstStyle/>
          <a:p>
            <a:r>
              <a:rPr lang="en-US" altLang="zh-CN" sz="2000" b="1">
                <a:solidFill>
                  <a:srgbClr val="0000FF"/>
                </a:solidFill>
                <a:highlight>
                  <a:srgbClr val="FFFFFF"/>
                </a:highlight>
              </a:rPr>
              <a:t>import</a:t>
            </a:r>
            <a:r>
              <a:rPr lang="en-US" altLang="zh-CN" sz="2000" b="0">
                <a:solidFill>
                  <a:srgbClr val="000000"/>
                </a:solidFill>
                <a:highlight>
                  <a:srgbClr val="FFFFFF"/>
                </a:highlight>
              </a:rPr>
              <a:t> </a:t>
            </a:r>
            <a:r>
              <a:rPr lang="en-US" altLang="zh-CN" sz="2000" b="0" err="1">
                <a:solidFill>
                  <a:srgbClr val="000000"/>
                </a:solidFill>
                <a:highlight>
                  <a:srgbClr val="FFFFFF"/>
                </a:highlight>
              </a:rPr>
              <a:t>os</a:t>
            </a:r>
            <a:endParaRPr lang="en-US" altLang="zh-CN" sz="2000" b="0">
              <a:solidFill>
                <a:srgbClr val="000000"/>
              </a:solidFill>
              <a:highlight>
                <a:srgbClr val="FFFFFF"/>
              </a:highlight>
            </a:endParaRPr>
          </a:p>
          <a:p>
            <a:r>
              <a:rPr lang="en-US" altLang="zh-CN" sz="2000" b="1">
                <a:solidFill>
                  <a:srgbClr val="880088"/>
                </a:solidFill>
                <a:highlight>
                  <a:srgbClr val="FFFFFF"/>
                </a:highlight>
              </a:rPr>
              <a:t>help</a:t>
            </a:r>
            <a:r>
              <a:rPr lang="en-US" altLang="zh-CN" sz="2000" b="1">
                <a:solidFill>
                  <a:srgbClr val="000080"/>
                </a:solidFill>
                <a:highlight>
                  <a:srgbClr val="FFFFFF"/>
                </a:highlight>
              </a:rPr>
              <a:t>(</a:t>
            </a:r>
            <a:r>
              <a:rPr lang="en-US" altLang="zh-CN" sz="2000" b="0" err="1">
                <a:solidFill>
                  <a:srgbClr val="000000"/>
                </a:solidFill>
                <a:highlight>
                  <a:srgbClr val="FFFFFF"/>
                </a:highlight>
              </a:rPr>
              <a:t>os</a:t>
            </a:r>
            <a:r>
              <a:rPr lang="en-US" altLang="zh-CN" sz="2000" b="1">
                <a:solidFill>
                  <a:srgbClr val="000080"/>
                </a:solidFill>
                <a:highlight>
                  <a:srgbClr val="FFFFFF"/>
                </a:highlight>
              </a:rPr>
              <a:t>)</a:t>
            </a:r>
            <a:endParaRPr lang="en-US" altLang="zh-CN" sz="2000" b="0">
              <a:solidFill>
                <a:srgbClr val="000000"/>
              </a:solidFill>
              <a:highlight>
                <a:srgbClr val="FFFFFF"/>
              </a:highlight>
            </a:endParaRPr>
          </a:p>
        </p:txBody>
      </p:sp>
      <p:sp>
        <p:nvSpPr>
          <p:cNvPr id="8" name="文本框 7">
            <a:extLst>
              <a:ext uri="{FF2B5EF4-FFF2-40B4-BE49-F238E27FC236}">
                <a16:creationId xmlns:a16="http://schemas.microsoft.com/office/drawing/2014/main" id="{BE527C92-F70A-DECD-271B-8200617EAC1C}"/>
              </a:ext>
            </a:extLst>
          </p:cNvPr>
          <p:cNvSpPr txBox="1"/>
          <p:nvPr/>
        </p:nvSpPr>
        <p:spPr>
          <a:xfrm>
            <a:off x="1008632" y="4154739"/>
            <a:ext cx="7878582" cy="400110"/>
          </a:xfrm>
          <a:prstGeom prst="rect">
            <a:avLst/>
          </a:prstGeom>
          <a:noFill/>
        </p:spPr>
        <p:txBody>
          <a:bodyPr wrap="square" rtlCol="0">
            <a:spAutoFit/>
          </a:bodyPr>
          <a:lstStyle/>
          <a:p>
            <a:r>
              <a:rPr lang="zh-CN" altLang="en-US" sz="2000" i="0">
                <a:highlight>
                  <a:srgbClr val="FFFFFF"/>
                </a:highlight>
              </a:rPr>
              <a:t>下载第三方库</a:t>
            </a:r>
            <a:r>
              <a:rPr lang="en-US" altLang="zh-CN" sz="2000" i="0" err="1">
                <a:highlight>
                  <a:srgbClr val="FFFFFF"/>
                </a:highlight>
              </a:rPr>
              <a:t>numpy</a:t>
            </a:r>
            <a:r>
              <a:rPr lang="zh-CN" altLang="en-US" sz="2000" i="0">
                <a:highlight>
                  <a:srgbClr val="FFFFFF"/>
                </a:highlight>
              </a:rPr>
              <a:t>： </a:t>
            </a:r>
            <a:r>
              <a:rPr lang="en-US" altLang="zh-CN" sz="2000" i="0">
                <a:solidFill>
                  <a:srgbClr val="FF8000"/>
                </a:solidFill>
                <a:highlight>
                  <a:srgbClr val="FFFFFF"/>
                </a:highlight>
              </a:rPr>
              <a:t>pip</a:t>
            </a:r>
            <a:r>
              <a:rPr lang="en-US" altLang="zh-CN" sz="2000" i="0">
                <a:solidFill>
                  <a:srgbClr val="000000"/>
                </a:solidFill>
                <a:highlight>
                  <a:srgbClr val="FFFFFF"/>
                </a:highlight>
              </a:rPr>
              <a:t> install </a:t>
            </a:r>
            <a:r>
              <a:rPr lang="en-US" altLang="zh-CN" sz="2000" i="0" err="1">
                <a:solidFill>
                  <a:srgbClr val="000000"/>
                </a:solidFill>
                <a:highlight>
                  <a:srgbClr val="FFFFFF"/>
                </a:highlight>
              </a:rPr>
              <a:t>numpy</a:t>
            </a:r>
            <a:endParaRPr lang="en-US" altLang="zh-CN" sz="2000" i="0">
              <a:solidFill>
                <a:srgbClr val="000000"/>
              </a:solidFill>
              <a:highlight>
                <a:srgbClr val="FFFFFF"/>
              </a:highlight>
            </a:endParaRPr>
          </a:p>
        </p:txBody>
      </p:sp>
    </p:spTree>
    <p:extLst>
      <p:ext uri="{BB962C8B-B14F-4D97-AF65-F5344CB8AC3E}">
        <p14:creationId xmlns:p14="http://schemas.microsoft.com/office/powerpoint/2010/main" val="380642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93236-648C-413A-9D1A-2B0AE60D033C}"/>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36FD3F11-7B93-8534-B57A-30B7723B7F72}"/>
              </a:ext>
            </a:extLst>
          </p:cNvPr>
          <p:cNvSpPr>
            <a:spLocks noGrp="1"/>
          </p:cNvSpPr>
          <p:nvPr>
            <p:ph idx="1"/>
          </p:nvPr>
        </p:nvSpPr>
        <p:spPr/>
        <p:txBody>
          <a:bodyPr>
            <a:normAutofit/>
          </a:bodyPr>
          <a:lstStyle/>
          <a:p>
            <a:pPr marL="288000" lvl="1" indent="-288000" algn="just" fontAlgn="base">
              <a:lnSpc>
                <a:spcPct val="100000"/>
              </a:lnSpc>
              <a:spcBef>
                <a:spcPts val="600"/>
              </a:spcBef>
              <a:spcAft>
                <a:spcPct val="0"/>
              </a:spcAft>
            </a:pPr>
            <a:r>
              <a:rPr lang="zh-CN" altLang="en-US" sz="2400" dirty="0">
                <a:cs typeface="Times New Roman" panose="02020603050405020304" pitchFamily="18" charset="0"/>
              </a:rPr>
              <a:t>丰富而强大的第三方库模块是</a:t>
            </a:r>
            <a:r>
              <a:rPr lang="en-US" altLang="zh-CN" sz="2400" dirty="0">
                <a:cs typeface="Times New Roman" panose="02020603050405020304" pitchFamily="18" charset="0"/>
              </a:rPr>
              <a:t>Python</a:t>
            </a:r>
            <a:r>
              <a:rPr lang="zh-CN" altLang="en-US" sz="2400" dirty="0">
                <a:cs typeface="Times New Roman" panose="02020603050405020304" pitchFamily="18" charset="0"/>
              </a:rPr>
              <a:t>成功的关键。至</a:t>
            </a:r>
            <a:r>
              <a:rPr lang="en-US" altLang="zh-CN" sz="2400" dirty="0">
                <a:cs typeface="Times New Roman" panose="02020603050405020304" pitchFamily="18" charset="0"/>
              </a:rPr>
              <a:t>2020</a:t>
            </a:r>
            <a:r>
              <a:rPr lang="zh-CN" altLang="en-US" sz="2400" dirty="0">
                <a:cs typeface="Times New Roman" panose="02020603050405020304" pitchFamily="18" charset="0"/>
              </a:rPr>
              <a:t>年，</a:t>
            </a:r>
            <a:r>
              <a:rPr lang="en-US" altLang="zh-CN" sz="2400" dirty="0">
                <a:cs typeface="Times New Roman" panose="02020603050405020304" pitchFamily="18" charset="0"/>
              </a:rPr>
              <a:t>Python</a:t>
            </a:r>
            <a:r>
              <a:rPr lang="zh-CN" altLang="en-US" sz="2400" dirty="0">
                <a:cs typeface="Times New Roman" panose="02020603050405020304" pitchFamily="18" charset="0"/>
              </a:rPr>
              <a:t>第三方模块仓库</a:t>
            </a:r>
            <a:r>
              <a:rPr lang="en-US" altLang="zh-CN" sz="2400" dirty="0" err="1">
                <a:cs typeface="Times New Roman" panose="02020603050405020304" pitchFamily="18" charset="0"/>
              </a:rPr>
              <a:t>PyPI</a:t>
            </a:r>
            <a:r>
              <a:rPr lang="en-US" altLang="zh-CN" sz="2400" dirty="0">
                <a:cs typeface="Times New Roman" panose="02020603050405020304" pitchFamily="18" charset="0"/>
              </a:rPr>
              <a:t> (Python Package Index)</a:t>
            </a:r>
            <a:r>
              <a:rPr lang="zh-CN" altLang="en-US" sz="2400" dirty="0">
                <a:cs typeface="Times New Roman" panose="02020603050405020304" pitchFamily="18" charset="0"/>
              </a:rPr>
              <a:t>已收录了超过</a:t>
            </a:r>
            <a:r>
              <a:rPr lang="en-US" altLang="zh-CN" sz="2400" dirty="0">
                <a:cs typeface="Times New Roman" panose="02020603050405020304" pitchFamily="18" charset="0"/>
              </a:rPr>
              <a:t>240 000</a:t>
            </a:r>
            <a:r>
              <a:rPr lang="zh-CN" altLang="en-US" sz="2400" dirty="0">
                <a:cs typeface="Times New Roman" panose="02020603050405020304" pitchFamily="18" charset="0"/>
              </a:rPr>
              <a:t>个软件包，功能包罗万象。</a:t>
            </a:r>
            <a:r>
              <a:rPr lang="en-US" altLang="zh-CN" sz="2400" dirty="0" err="1">
                <a:cs typeface="Times New Roman" panose="02020603050405020304" pitchFamily="18" charset="0"/>
              </a:rPr>
              <a:t>PyPI</a:t>
            </a:r>
            <a:r>
              <a:rPr lang="zh-CN" altLang="en-US" sz="2400" dirty="0">
                <a:cs typeface="Times New Roman" panose="02020603050405020304" pitchFamily="18" charset="0"/>
              </a:rPr>
              <a:t>网站还提供分类检索功能，普通应用程序的功能基本上都能在其中找到相应的第三方库模块实现，可直接使用，大大降低了程序开发成本</a:t>
            </a:r>
            <a:endParaRPr lang="en-US" altLang="zh-CN" sz="2400" dirty="0">
              <a:cs typeface="Times New Roman" panose="02020603050405020304" pitchFamily="18" charset="0"/>
            </a:endParaRPr>
          </a:p>
          <a:p>
            <a:pPr marL="288000" lvl="1" indent="-288000" algn="just" fontAlgn="base">
              <a:lnSpc>
                <a:spcPct val="100000"/>
              </a:lnSpc>
              <a:spcBef>
                <a:spcPts val="600"/>
              </a:spcBef>
              <a:spcAft>
                <a:spcPct val="0"/>
              </a:spcAft>
            </a:pPr>
            <a:r>
              <a:rPr lang="en-US" altLang="zh-CN" sz="2400" dirty="0">
                <a:cs typeface="Times New Roman" panose="02020603050405020304" pitchFamily="18" charset="0"/>
                <a:hlinkClick r:id="rId3"/>
              </a:rPr>
              <a:t>https://pypi.org</a:t>
            </a:r>
            <a:endParaRPr lang="en-US" altLang="zh-CN" sz="2400" dirty="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chemeClr val="tx1"/>
                </a:solidFill>
                <a:effectLst/>
                <a:uLnTx/>
                <a:uFillTx/>
                <a:latin typeface="+mn-ea"/>
                <a:ea typeface="+mn-ea"/>
                <a:cs typeface="+mn-cs"/>
              </a:rPr>
              <a:t>pip</a:t>
            </a:r>
            <a:r>
              <a:rPr kumimoji="0" lang="en-US" altLang="zh-CN" sz="2400" b="0" i="0" u="none" strike="noStrike" kern="1200" cap="none" spc="0" normalizeH="0" baseline="0" noProof="0" dirty="0">
                <a:ln>
                  <a:noFill/>
                </a:ln>
                <a:solidFill>
                  <a:schemeClr val="tx1"/>
                </a:solidFill>
                <a:effectLst/>
                <a:uLnTx/>
                <a:uFillTx/>
                <a:latin typeface="+mn-ea"/>
                <a:ea typeface="+mn-ea"/>
                <a:cs typeface="+mn-cs"/>
              </a:rPr>
              <a:t> is a package management system used to install and manage software packages written in Python</a:t>
            </a: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0" i="0" u="none" strike="noStrike" kern="1200" cap="none" spc="0" normalizeH="0" baseline="0" noProof="0" dirty="0">
                <a:ln>
                  <a:noFill/>
                </a:ln>
                <a:solidFill>
                  <a:schemeClr val="tx1"/>
                </a:solidFill>
                <a:effectLst/>
                <a:uLnTx/>
                <a:uFillTx/>
                <a:latin typeface="+mn-ea"/>
                <a:ea typeface="+mn-ea"/>
                <a:cs typeface="+mn-cs"/>
              </a:rPr>
              <a:t>Packages can be found in the </a:t>
            </a:r>
            <a:r>
              <a:rPr kumimoji="0" lang="en-US" altLang="zh-CN" sz="2400" b="1" i="0" u="none" strike="noStrike" kern="1200" cap="none" spc="0" normalizeH="0" baseline="0" noProof="0" dirty="0">
                <a:ln>
                  <a:noFill/>
                </a:ln>
                <a:solidFill>
                  <a:schemeClr val="tx1"/>
                </a:solidFill>
                <a:effectLst/>
                <a:uLnTx/>
                <a:uFillTx/>
                <a:latin typeface="+mn-ea"/>
                <a:ea typeface="+mn-ea"/>
                <a:cs typeface="+mn-cs"/>
              </a:rPr>
              <a:t>Python Package Index</a:t>
            </a:r>
            <a:r>
              <a:rPr lang="en-US" altLang="zh-CN" b="1" dirty="0">
                <a:latin typeface="+mn-ea"/>
              </a:rPr>
              <a:t> </a:t>
            </a:r>
            <a:r>
              <a:rPr kumimoji="0" lang="en-US" altLang="zh-CN" sz="2400" b="1" i="0" u="none" strike="noStrike" kern="1200" cap="none" spc="0" normalizeH="0" baseline="0" noProof="0" dirty="0">
                <a:ln>
                  <a:noFill/>
                </a:ln>
                <a:solidFill>
                  <a:schemeClr val="tx1"/>
                </a:solidFill>
                <a:effectLst/>
                <a:uLnTx/>
                <a:uFillTx/>
                <a:latin typeface="+mn-ea"/>
                <a:ea typeface="+mn-ea"/>
                <a:cs typeface="+mn-cs"/>
              </a:rPr>
              <a:t>(</a:t>
            </a:r>
            <a:r>
              <a:rPr kumimoji="0" lang="en-US" altLang="zh-CN" sz="2400" b="1" i="0" u="none" strike="noStrike" kern="1200" cap="none" spc="0" normalizeH="0" baseline="0" noProof="0" dirty="0" err="1">
                <a:ln>
                  <a:noFill/>
                </a:ln>
                <a:solidFill>
                  <a:schemeClr val="tx1"/>
                </a:solidFill>
                <a:effectLst/>
                <a:uLnTx/>
                <a:uFillTx/>
                <a:latin typeface="+mn-ea"/>
                <a:ea typeface="+mn-ea"/>
                <a:cs typeface="+mn-cs"/>
              </a:rPr>
              <a:t>PyPI</a:t>
            </a:r>
            <a:r>
              <a:rPr kumimoji="0" lang="en-US" altLang="zh-CN" sz="2400" b="1" i="0" u="none" strike="noStrike" kern="1200" cap="none" spc="0" normalizeH="0" baseline="0" noProof="0" dirty="0">
                <a:ln>
                  <a:noFill/>
                </a:ln>
                <a:solidFill>
                  <a:schemeClr val="tx1"/>
                </a:solidFill>
                <a:effectLst/>
                <a:uLnTx/>
                <a:uFillTx/>
                <a:latin typeface="+mn-ea"/>
                <a:ea typeface="+mn-ea"/>
                <a:cs typeface="+mn-cs"/>
              </a:rPr>
              <a:t>) site</a:t>
            </a:r>
            <a:endParaRPr kumimoji="0" lang="en-US" altLang="zh-CN" sz="24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1200" cap="none" spc="0" normalizeH="0" baseline="0" noProof="0" dirty="0">
                <a:ln>
                  <a:noFill/>
                </a:ln>
                <a:solidFill>
                  <a:schemeClr val="tx1"/>
                </a:solidFill>
                <a:effectLst/>
                <a:uLnTx/>
                <a:uFillTx/>
                <a:latin typeface="+mn-ea"/>
                <a:ea typeface="+mn-ea"/>
                <a:cs typeface="+mn-cs"/>
              </a:rPr>
              <a:t>pip</a:t>
            </a:r>
            <a:r>
              <a:rPr kumimoji="0" lang="en-US" altLang="zh-CN" sz="2400" b="0" i="0" u="none" strike="noStrike" kern="1200" cap="none" spc="0" normalizeH="0" baseline="0" noProof="0" dirty="0">
                <a:ln>
                  <a:noFill/>
                </a:ln>
                <a:solidFill>
                  <a:schemeClr val="tx1"/>
                </a:solidFill>
                <a:effectLst/>
                <a:uLnTx/>
                <a:uFillTx/>
                <a:latin typeface="+mn-ea"/>
                <a:ea typeface="+mn-ea"/>
                <a:cs typeface="+mn-cs"/>
              </a:rPr>
              <a:t> is a </a:t>
            </a:r>
            <a:r>
              <a:rPr kumimoji="0" lang="en-US" altLang="zh-CN" sz="2400" b="1" i="0" u="none" strike="noStrike" kern="1200" cap="none" spc="0" normalizeH="0" baseline="0" noProof="0" dirty="0">
                <a:ln>
                  <a:noFill/>
                </a:ln>
                <a:solidFill>
                  <a:schemeClr val="tx1"/>
                </a:solidFill>
                <a:effectLst/>
                <a:uLnTx/>
                <a:uFillTx/>
                <a:latin typeface="+mn-ea"/>
                <a:ea typeface="+mn-ea"/>
                <a:cs typeface="+mn-cs"/>
              </a:rPr>
              <a:t>recursive acronym</a:t>
            </a:r>
            <a:r>
              <a:rPr kumimoji="0" lang="en-US" altLang="zh-CN" sz="2400" b="0" i="0" u="none" strike="noStrike" kern="1200" cap="none" spc="0" normalizeH="0" baseline="0" noProof="0" dirty="0">
                <a:ln>
                  <a:noFill/>
                </a:ln>
                <a:solidFill>
                  <a:schemeClr val="tx1"/>
                </a:solidFill>
                <a:effectLst/>
                <a:uLnTx/>
                <a:uFillTx/>
                <a:latin typeface="+mn-ea"/>
                <a:ea typeface="+mn-ea"/>
                <a:cs typeface="+mn-cs"/>
              </a:rPr>
              <a:t> that can stand for either "Pip Installs Packages" or "Pip Installs Python".</a:t>
            </a:r>
          </a:p>
          <a:p>
            <a:pPr marL="288000" lvl="1" indent="-288000" algn="just" fontAlgn="base">
              <a:lnSpc>
                <a:spcPct val="100000"/>
              </a:lnSpc>
              <a:spcBef>
                <a:spcPts val="600"/>
              </a:spcBef>
              <a:spcAft>
                <a:spcPct val="0"/>
              </a:spcAft>
            </a:pPr>
            <a:endParaRPr lang="en-US" altLang="zh-CN" sz="2400" dirty="0">
              <a:cs typeface="Times New Roman" panose="02020603050405020304" pitchFamily="18" charset="0"/>
            </a:endParaRPr>
          </a:p>
        </p:txBody>
      </p:sp>
      <p:sp>
        <p:nvSpPr>
          <p:cNvPr id="3" name="标题 2">
            <a:extLst>
              <a:ext uri="{FF2B5EF4-FFF2-40B4-BE49-F238E27FC236}">
                <a16:creationId xmlns:a16="http://schemas.microsoft.com/office/drawing/2014/main" id="{014D33D4-CADB-4372-C625-07A84173E853}"/>
              </a:ext>
            </a:extLst>
          </p:cNvPr>
          <p:cNvSpPr>
            <a:spLocks noGrp="1"/>
          </p:cNvSpPr>
          <p:nvPr>
            <p:ph type="title"/>
          </p:nvPr>
        </p:nvSpPr>
        <p:spPr/>
        <p:txBody>
          <a:bodyPr/>
          <a:lstStyle/>
          <a:p>
            <a:r>
              <a:rPr lang="zh-CN" altLang="en-US" dirty="0"/>
              <a:t>包管理工具</a:t>
            </a:r>
            <a:r>
              <a:rPr lang="en-US" altLang="zh-CN" dirty="0">
                <a:cs typeface="Times New Roman" panose="02020603050405020304" pitchFamily="18" charset="0"/>
              </a:rPr>
              <a:t>pip</a:t>
            </a:r>
            <a:endParaRPr lang="zh-CN" altLang="en-US" dirty="0">
              <a:cs typeface="Times New Roman" panose="02020603050405020304" pitchFamily="18" charset="0"/>
            </a:endParaRPr>
          </a:p>
        </p:txBody>
      </p:sp>
    </p:spTree>
    <p:extLst>
      <p:ext uri="{BB962C8B-B14F-4D97-AF65-F5344CB8AC3E}">
        <p14:creationId xmlns:p14="http://schemas.microsoft.com/office/powerpoint/2010/main" val="15731921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DC00BF-CDC9-4563-A809-557FA4622D0A}"/>
              </a:ext>
            </a:extLst>
          </p:cNvPr>
          <p:cNvSpPr>
            <a:spLocks noGrp="1"/>
          </p:cNvSpPr>
          <p:nvPr>
            <p:ph idx="1"/>
          </p:nvPr>
        </p:nvSpPr>
        <p:spPr/>
        <p:txBody>
          <a:bodyPr>
            <a:normAutofit/>
          </a:bodyPr>
          <a:lstStyle/>
          <a:p>
            <a:pPr marL="288000" indent="-288000" algn="just">
              <a:lnSpc>
                <a:spcPct val="100000"/>
              </a:lnSpc>
              <a:spcBef>
                <a:spcPts val="600"/>
              </a:spcBef>
            </a:pPr>
            <a:r>
              <a:rPr lang="zh-CN" altLang="en-US">
                <a:cs typeface="Times New Roman" panose="02020603050405020304" pitchFamily="18" charset="0"/>
              </a:rPr>
              <a:t>为了方便用户在本地安装和维护第三方软件包，</a:t>
            </a:r>
            <a:r>
              <a:rPr lang="en-US" altLang="zh-CN">
                <a:cs typeface="Times New Roman" panose="02020603050405020304" pitchFamily="18" charset="0"/>
              </a:rPr>
              <a:t>Python</a:t>
            </a:r>
            <a:r>
              <a:rPr lang="zh-CN" altLang="en-US">
                <a:cs typeface="Times New Roman" panose="02020603050405020304" pitchFamily="18" charset="0"/>
              </a:rPr>
              <a:t>提供了一个名为</a:t>
            </a:r>
            <a:r>
              <a:rPr lang="en-US" altLang="zh-CN">
                <a:cs typeface="Times New Roman" panose="02020603050405020304" pitchFamily="18" charset="0"/>
              </a:rPr>
              <a:t>pip</a:t>
            </a:r>
            <a:r>
              <a:rPr lang="zh-CN" altLang="en-US">
                <a:cs typeface="Times New Roman" panose="02020603050405020304" pitchFamily="18" charset="0"/>
              </a:rPr>
              <a:t>的命令行程序</a:t>
            </a:r>
            <a:endParaRPr lang="en-US" altLang="zh-CN">
              <a:cs typeface="Times New Roman" panose="02020603050405020304" pitchFamily="18" charset="0"/>
            </a:endParaRPr>
          </a:p>
          <a:p>
            <a:pPr marL="0" indent="0" algn="just">
              <a:lnSpc>
                <a:spcPct val="100000"/>
              </a:lnSpc>
              <a:spcBef>
                <a:spcPts val="600"/>
              </a:spcBef>
              <a:buNone/>
            </a:pPr>
            <a:endParaRPr lang="en-US" altLang="zh-CN">
              <a:cs typeface="Times New Roman" panose="02020603050405020304" pitchFamily="18" charset="0"/>
            </a:endParaRPr>
          </a:p>
        </p:txBody>
      </p:sp>
      <p:sp>
        <p:nvSpPr>
          <p:cNvPr id="3" name="标题 2">
            <a:extLst>
              <a:ext uri="{FF2B5EF4-FFF2-40B4-BE49-F238E27FC236}">
                <a16:creationId xmlns:a16="http://schemas.microsoft.com/office/drawing/2014/main" id="{CE0E9E7C-EDB9-4890-BFCA-BBF858718C6F}"/>
              </a:ext>
            </a:extLst>
          </p:cNvPr>
          <p:cNvSpPr>
            <a:spLocks noGrp="1"/>
          </p:cNvSpPr>
          <p:nvPr>
            <p:ph type="title"/>
          </p:nvPr>
        </p:nvSpPr>
        <p:spPr/>
        <p:txBody>
          <a:bodyPr/>
          <a:lstStyle/>
          <a:p>
            <a:r>
              <a:rPr lang="zh-CN" altLang="en-US"/>
              <a:t>包管理工具</a:t>
            </a:r>
            <a:r>
              <a:rPr lang="en-US" altLang="zh-CN">
                <a:cs typeface="Times New Roman" panose="02020603050405020304" pitchFamily="18" charset="0"/>
              </a:rPr>
              <a:t>pip</a:t>
            </a:r>
            <a:endParaRPr lang="zh-CN" altLang="en-US">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18594885-DD87-4ED6-B755-B024BE8C9C8E}"/>
              </a:ext>
            </a:extLst>
          </p:cNvPr>
          <p:cNvGraphicFramePr>
            <a:graphicFrameLocks noGrp="1"/>
          </p:cNvGraphicFramePr>
          <p:nvPr>
            <p:extLst>
              <p:ext uri="{D42A27DB-BD31-4B8C-83A1-F6EECF244321}">
                <p14:modId xmlns:p14="http://schemas.microsoft.com/office/powerpoint/2010/main" val="3559801852"/>
              </p:ext>
            </p:extLst>
          </p:nvPr>
        </p:nvGraphicFramePr>
        <p:xfrm>
          <a:off x="252000" y="2069316"/>
          <a:ext cx="8630431" cy="4240041"/>
        </p:xfrm>
        <a:graphic>
          <a:graphicData uri="http://schemas.openxmlformats.org/drawingml/2006/table">
            <a:tbl>
              <a:tblPr firstRow="1" firstCol="1" bandRow="1">
                <a:tableStyleId>{2D5ABB26-0587-4C30-8999-92F81FD0307C}</a:tableStyleId>
              </a:tblPr>
              <a:tblGrid>
                <a:gridCol w="3745606">
                  <a:extLst>
                    <a:ext uri="{9D8B030D-6E8A-4147-A177-3AD203B41FA5}">
                      <a16:colId xmlns:a16="http://schemas.microsoft.com/office/drawing/2014/main" val="878450342"/>
                    </a:ext>
                  </a:extLst>
                </a:gridCol>
                <a:gridCol w="4884825">
                  <a:extLst>
                    <a:ext uri="{9D8B030D-6E8A-4147-A177-3AD203B41FA5}">
                      <a16:colId xmlns:a16="http://schemas.microsoft.com/office/drawing/2014/main" val="459650628"/>
                    </a:ext>
                  </a:extLst>
                </a:gridCol>
              </a:tblGrid>
              <a:tr h="376204">
                <a:tc>
                  <a:txBody>
                    <a:bodyPr/>
                    <a:lstStyle/>
                    <a:p>
                      <a:pPr algn="ctr">
                        <a:spcAft>
                          <a:spcPts val="0"/>
                        </a:spcAft>
                      </a:pPr>
                      <a:r>
                        <a:rPr lang="x-none" sz="1400" kern="100" baseline="0">
                          <a:effectLst/>
                          <a:latin typeface="+mn-ea"/>
                          <a:ea typeface="+mn-ea"/>
                          <a:cs typeface="Times New Roman" panose="02020603050405020304" pitchFamily="18" charset="0"/>
                        </a:rPr>
                        <a:t>命    令</a:t>
                      </a:r>
                      <a:endParaRPr lang="zh-CN" sz="1400" kern="100" baseline="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Aft>
                          <a:spcPts val="0"/>
                        </a:spcAft>
                      </a:pPr>
                      <a:r>
                        <a:rPr lang="x-none" sz="1400" kern="100" baseline="0">
                          <a:effectLst/>
                          <a:latin typeface="+mn-ea"/>
                          <a:ea typeface="+mn-ea"/>
                          <a:cs typeface="Times New Roman" panose="02020603050405020304" pitchFamily="18" charset="0"/>
                        </a:rPr>
                        <a:t>说    明</a:t>
                      </a:r>
                      <a:endParaRPr lang="zh-CN" sz="1400" kern="100" baseline="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3426601"/>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help</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列出pip的子命令</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5761512"/>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install &lt;package&gt;</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下载并安装模块包</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4638855"/>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install &lt;package&gt;==&lt;version&gt;</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下载并安装指定版本的模块包</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9567830"/>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uninstall &lt;package&gt;</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卸载指定的模块包</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7059518"/>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list</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列出系统中已经安装的模块包</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7547806"/>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list --outdated</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列出系统中已经安装的并有新版本可用的模块包</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7662737"/>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show &lt;package&gt;</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显示指定的已经安装的模块包的详细信息</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553330"/>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search &lt;package&gt;</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联网搜索指定的模块包</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5984580"/>
                  </a:ext>
                </a:extLst>
              </a:tr>
              <a:tr h="478001">
                <a:tc>
                  <a:txBody>
                    <a:bodyPr/>
                    <a:lstStyle/>
                    <a:p>
                      <a:pPr algn="ctr">
                        <a:spcAft>
                          <a:spcPts val="0"/>
                        </a:spcAft>
                      </a:pPr>
                      <a:r>
                        <a:rPr lang="x-none" sz="1400" kern="100" baseline="0">
                          <a:effectLst/>
                          <a:latin typeface="+mn-lt"/>
                          <a:ea typeface="+mn-ea"/>
                          <a:cs typeface="Times New Roman" panose="02020603050405020304" pitchFamily="18" charset="0"/>
                        </a:rPr>
                        <a:t>pip freeze &gt; requirements.txt</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导出已安装的第三方模块包及其版本信息至文件requirements.txt中</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249640"/>
                  </a:ext>
                </a:extLst>
              </a:tr>
              <a:tr h="376204">
                <a:tc>
                  <a:txBody>
                    <a:bodyPr/>
                    <a:lstStyle/>
                    <a:p>
                      <a:pPr algn="ctr">
                        <a:spcAft>
                          <a:spcPts val="0"/>
                        </a:spcAft>
                      </a:pPr>
                      <a:r>
                        <a:rPr lang="x-none" sz="1400" kern="100" baseline="0">
                          <a:effectLst/>
                          <a:latin typeface="+mn-lt"/>
                          <a:ea typeface="+mn-ea"/>
                          <a:cs typeface="Times New Roman" panose="02020603050405020304" pitchFamily="18" charset="0"/>
                        </a:rPr>
                        <a:t>pip install -r requirements.txt</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114300" algn="l">
                        <a:spcAft>
                          <a:spcPts val="0"/>
                        </a:spcAft>
                      </a:pPr>
                      <a:r>
                        <a:rPr lang="x-none" sz="1400" kern="100" baseline="0">
                          <a:effectLst/>
                          <a:latin typeface="+mn-lt"/>
                          <a:ea typeface="+mn-ea"/>
                          <a:cs typeface="Times New Roman" panose="02020603050405020304" pitchFamily="18" charset="0"/>
                        </a:rPr>
                        <a:t>安装requirements.txt中列出的模块包</a:t>
                      </a:r>
                      <a:endParaRPr lang="zh-CN" sz="1400" kern="100" baseline="0">
                        <a:effectLst/>
                        <a:latin typeface="+mn-lt"/>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503909"/>
                  </a:ext>
                </a:extLst>
              </a:tr>
            </a:tbl>
          </a:graphicData>
        </a:graphic>
      </p:graphicFrame>
    </p:spTree>
    <p:extLst>
      <p:ext uri="{BB962C8B-B14F-4D97-AF65-F5344CB8AC3E}">
        <p14:creationId xmlns:p14="http://schemas.microsoft.com/office/powerpoint/2010/main" val="31542496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vert="horz" wrap="square" lIns="91440" tIns="45720" rIns="91440" bIns="45720" anchor="ctr" anchorCtr="0"/>
          <a:lstStyle/>
          <a:p>
            <a:r>
              <a:rPr lang="zh-CN" altLang="en-US" dirty="0"/>
              <a:t>包管理工具</a:t>
            </a:r>
            <a:r>
              <a:rPr lang="en-US" altLang="zh-CN" dirty="0">
                <a:cs typeface="Times New Roman" panose="02020603050405020304" pitchFamily="18" charset="0"/>
              </a:rPr>
              <a:t>pip</a:t>
            </a:r>
            <a:endParaRPr lang="en-US" altLang="en-US" dirty="0"/>
          </a:p>
        </p:txBody>
      </p:sp>
      <p:sp>
        <p:nvSpPr>
          <p:cNvPr id="3" name="内容占位符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2400" i="0" u="none" strike="noStrike" kern="1200" cap="none" spc="0" normalizeH="0" baseline="0" noProof="0" dirty="0">
                <a:ln>
                  <a:noFill/>
                </a:ln>
                <a:solidFill>
                  <a:schemeClr val="tx1"/>
                </a:solidFill>
                <a:effectLst/>
                <a:uLnTx/>
                <a:uFillTx/>
                <a:latin typeface="+mn-ea"/>
                <a:ea typeface="+mn-ea"/>
                <a:cs typeface="+mn-cs"/>
              </a:rPr>
              <a:t>pip默认从PyPI提供的仓库下载软件包，</a:t>
            </a:r>
            <a:r>
              <a:rPr kumimoji="0" lang="zh-CN" altLang="en-US" sz="2400" i="0" u="none" strike="noStrike" kern="1200" cap="none" spc="0" normalizeH="0" baseline="0" noProof="0" dirty="0">
                <a:ln>
                  <a:noFill/>
                </a:ln>
                <a:solidFill>
                  <a:schemeClr val="tx1"/>
                </a:solidFill>
                <a:effectLst/>
                <a:uLnTx/>
                <a:uFillTx/>
                <a:latin typeface="+mn-ea"/>
                <a:ea typeface="+mn-ea"/>
                <a:cs typeface="+mn-cs"/>
              </a:rPr>
              <a:t>但国内访问其仓库较慢，</a:t>
            </a:r>
            <a:r>
              <a:rPr kumimoji="0" lang="en-US" sz="2400" i="0" u="none" strike="noStrike" kern="1200" cap="none" spc="0" normalizeH="0" baseline="0" noProof="0" dirty="0">
                <a:ln>
                  <a:noFill/>
                </a:ln>
                <a:solidFill>
                  <a:schemeClr val="tx1"/>
                </a:solidFill>
                <a:effectLst/>
                <a:uLnTx/>
                <a:uFillTx/>
                <a:latin typeface="+mn-ea"/>
                <a:ea typeface="+mn-ea"/>
                <a:cs typeface="+mn-cs"/>
              </a:rPr>
              <a:t>可以将PyPI仓库改为国内的镜像</a:t>
            </a:r>
            <a:r>
              <a:rPr kumimoji="0" lang="zh-CN" altLang="en-US" sz="2400" i="0" u="none" strike="noStrike" kern="1200" cap="none" spc="0" normalizeH="0" baseline="0" noProof="0" dirty="0">
                <a:ln>
                  <a:noFill/>
                </a:ln>
                <a:solidFill>
                  <a:schemeClr val="tx1"/>
                </a:solidFill>
                <a:effectLst/>
                <a:uLnTx/>
                <a:uFillTx/>
                <a:latin typeface="+mn-ea"/>
                <a:ea typeface="+mn-ea"/>
                <a:cs typeface="+mn-cs"/>
              </a:rPr>
              <a:t>，提升访问速度</a:t>
            </a:r>
            <a:endParaRPr kumimoji="0" lang="en-US" sz="24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24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2400" b="0" i="0" u="none" strike="noStrike" kern="1200" cap="none" spc="0" normalizeH="0" baseline="0" noProof="0" dirty="0">
                <a:ln>
                  <a:noFill/>
                </a:ln>
                <a:solidFill>
                  <a:schemeClr val="tx1"/>
                </a:solidFill>
                <a:effectLst/>
                <a:uLnTx/>
                <a:uFillTx/>
                <a:latin typeface="+mn-ea"/>
                <a:ea typeface="+mn-ea"/>
                <a:cs typeface="+mn-cs"/>
              </a:rPr>
              <a:t>在安装软件包时通过--index-url参数（或其简写-i）指定使用清华大学开源软件镜像：</a:t>
            </a: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24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24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0"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en-US" sz="2400" b="0" i="0" u="none" strike="noStrike" kern="1200" cap="none" spc="0" normalizeH="0" baseline="0" noProof="0" dirty="0">
                <a:ln>
                  <a:noFill/>
                </a:ln>
                <a:solidFill>
                  <a:schemeClr val="tx1"/>
                </a:solidFill>
                <a:effectLst/>
                <a:uLnTx/>
                <a:uFillTx/>
                <a:latin typeface="+mn-ea"/>
                <a:ea typeface="+mn-ea"/>
                <a:cs typeface="+mn-cs"/>
              </a:rPr>
              <a:t>可以直接将软件包源从PyPI改为其他镜像：</a:t>
            </a:r>
          </a:p>
        </p:txBody>
      </p:sp>
      <p:sp>
        <p:nvSpPr>
          <p:cNvPr id="28676" name="矩形 1"/>
          <p:cNvSpPr/>
          <p:nvPr/>
        </p:nvSpPr>
        <p:spPr>
          <a:xfrm>
            <a:off x="712973" y="3424254"/>
            <a:ext cx="6629400" cy="9220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en-US" sz="1800" dirty="0">
                <a:solidFill>
                  <a:srgbClr val="000000"/>
                </a:solidFill>
                <a:latin typeface="Courier New" panose="02070309020205020404" pitchFamily="49" charset="0"/>
              </a:rPr>
              <a:t>pip install --index-url https://pypi.tuna.tsinghua.edu.cn/simple &lt;package&gt;</a:t>
            </a:r>
            <a:endParaRPr lang="en-US" altLang="en-US" sz="1800" dirty="0"/>
          </a:p>
        </p:txBody>
      </p:sp>
      <p:sp>
        <p:nvSpPr>
          <p:cNvPr id="2" name="矩形 1"/>
          <p:cNvSpPr/>
          <p:nvPr/>
        </p:nvSpPr>
        <p:spPr>
          <a:xfrm>
            <a:off x="712973" y="5157428"/>
            <a:ext cx="6629400" cy="64516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en-US" sz="1800" dirty="0">
                <a:solidFill>
                  <a:srgbClr val="000000"/>
                </a:solidFill>
                <a:latin typeface="Courier New" panose="02070309020205020404" pitchFamily="49" charset="0"/>
              </a:rPr>
              <a:t>pip config set global.index-url https://pypi.tuna.tsinghua.edu.cn/simple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3"/>
          <p:cNvSpPr>
            <a:spLocks noGrp="1"/>
          </p:cNvSpPr>
          <p:nvPr>
            <p:ph type="title"/>
          </p:nvPr>
        </p:nvSpPr>
        <p:spPr/>
        <p:txBody>
          <a:bodyPr vert="horz" wrap="square" lIns="91440" tIns="45720" rIns="91440" bIns="45720" anchor="ctr" anchorCtr="0"/>
          <a:lstStyle/>
          <a:p>
            <a:r>
              <a:rPr lang="en-US" altLang="en-US" dirty="0" err="1"/>
              <a:t>v</a:t>
            </a:r>
            <a:r>
              <a:rPr altLang="en-US" dirty="0" err="1"/>
              <a:t>irtualenv</a:t>
            </a:r>
            <a:endParaRPr altLang="en-US" dirty="0"/>
          </a:p>
        </p:txBody>
      </p:sp>
      <p:sp>
        <p:nvSpPr>
          <p:cNvPr id="19459" name="内容占位符 4"/>
          <p:cNvSpPr>
            <a:spLocks noGrp="1"/>
          </p:cNvSpPr>
          <p:nvPr>
            <p:ph sz="half" idx="1"/>
          </p:nvPr>
        </p:nvSpPr>
        <p:spPr>
          <a:xfrm>
            <a:off x="226060" y="1866900"/>
            <a:ext cx="8687435" cy="4526280"/>
          </a:xfrm>
        </p:spPr>
        <p:txBody>
          <a:bodyPr vert="horz" wrap="square" lIns="91440" tIns="45720" rIns="91440" bIns="45720" anchor="t" anchorCtr="0"/>
          <a:lstStyle/>
          <a:p>
            <a:pPr>
              <a:buClrTx/>
              <a:buSzTx/>
            </a:pPr>
            <a:r>
              <a:rPr lang="en-US" sz="2400" dirty="0" err="1"/>
              <a:t>v</a:t>
            </a:r>
            <a:r>
              <a:rPr sz="2400" dirty="0" err="1"/>
              <a:t>irtualenv</a:t>
            </a:r>
            <a:r>
              <a:rPr sz="2400" dirty="0"/>
              <a:t> is a tool to create isolated Python</a:t>
            </a:r>
            <a:r>
              <a:rPr lang="en-US" sz="2400" dirty="0"/>
              <a:t> </a:t>
            </a:r>
            <a:r>
              <a:rPr sz="2400" dirty="0"/>
              <a:t>environments.</a:t>
            </a:r>
          </a:p>
          <a:p>
            <a:pPr>
              <a:buClrTx/>
              <a:buSzTx/>
            </a:pPr>
            <a:endParaRPr lang="en-US" sz="2400" dirty="0"/>
          </a:p>
          <a:p>
            <a:pPr>
              <a:buClrTx/>
              <a:buSzTx/>
            </a:pPr>
            <a:r>
              <a:rPr lang="en-US" sz="2400" dirty="0" err="1"/>
              <a:t>v</a:t>
            </a:r>
            <a:r>
              <a:rPr sz="2400" dirty="0" err="1"/>
              <a:t>irtualenv通过创建独立Python开发环境的工具</a:t>
            </a:r>
            <a:r>
              <a:rPr lang="zh-CN" sz="2400" dirty="0"/>
              <a:t>，</a:t>
            </a:r>
            <a:r>
              <a:rPr sz="2400" dirty="0"/>
              <a:t>来解决依赖、版本以及间接权限问题</a:t>
            </a:r>
            <a:r>
              <a:rPr lang="zh-CN" sz="2400" dirty="0"/>
              <a:t>，如</a:t>
            </a:r>
            <a:r>
              <a:rPr sz="2400" dirty="0"/>
              <a:t>版本跨度过大导致不兼容使项目无法正在运行</a:t>
            </a:r>
            <a:r>
              <a:rPr lang="zh-CN" sz="2400" dirty="0"/>
              <a:t>等问题</a:t>
            </a:r>
          </a:p>
          <a:p>
            <a:pPr>
              <a:buClrTx/>
              <a:buSzTx/>
            </a:pPr>
            <a:endParaRPr lang="zh-CN" sz="2400" dirty="0"/>
          </a:p>
          <a:p>
            <a:pPr>
              <a:buClrTx/>
              <a:buSzTx/>
            </a:pPr>
            <a:r>
              <a:rPr lang="zh-CN" sz="2400" dirty="0"/>
              <a:t>使用-p PYTHON_EXE选项在创建虚拟环境的时候指定python版本</a:t>
            </a:r>
          </a:p>
          <a:p>
            <a:pPr>
              <a:buClrTx/>
              <a:buSzTx/>
            </a:pPr>
            <a:endParaRPr lang="zh-CN" sz="2400" dirty="0"/>
          </a:p>
          <a:p>
            <a:pPr>
              <a:buClrTx/>
              <a:buSzTx/>
            </a:pPr>
            <a:r>
              <a:rPr lang="zh-CN" sz="2400" dirty="0"/>
              <a:t>官方安装教程：</a:t>
            </a:r>
            <a:r>
              <a:rPr lang="en-US" altLang="en-US" sz="2400" u="sng" dirty="0">
                <a:solidFill>
                  <a:srgbClr val="009999"/>
                </a:solidFill>
              </a:rPr>
              <a:t>https://virtualenv.pypa.io/en/latest/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A4940-AE9F-44BE-A0E7-01A78F0FC220}"/>
              </a:ext>
            </a:extLst>
          </p:cNvPr>
          <p:cNvSpPr>
            <a:spLocks noGrp="1"/>
          </p:cNvSpPr>
          <p:nvPr>
            <p:ph type="title"/>
          </p:nvPr>
        </p:nvSpPr>
        <p:spPr>
          <a:xfrm>
            <a:off x="252000" y="1709739"/>
            <a:ext cx="8627166" cy="2852737"/>
          </a:xfrm>
        </p:spPr>
        <p:txBody>
          <a:bodyPr/>
          <a:lstStyle/>
          <a:p>
            <a:pPr algn="ctr"/>
            <a:r>
              <a:rPr lang="en-US" altLang="zh-CN">
                <a:cs typeface="Times New Roman" panose="02020603050405020304" pitchFamily="18" charset="0"/>
              </a:rPr>
              <a:t>Python</a:t>
            </a:r>
            <a:r>
              <a:rPr lang="zh-CN" altLang="en-US">
                <a:cs typeface="Times New Roman" panose="02020603050405020304" pitchFamily="18" charset="0"/>
              </a:rPr>
              <a:t>编码规范</a:t>
            </a:r>
            <a:endParaRPr lang="zh-CN" altLang="en-US"/>
          </a:p>
        </p:txBody>
      </p:sp>
      <p:sp>
        <p:nvSpPr>
          <p:cNvPr id="3" name="文本占位符 2">
            <a:extLst>
              <a:ext uri="{FF2B5EF4-FFF2-40B4-BE49-F238E27FC236}">
                <a16:creationId xmlns:a16="http://schemas.microsoft.com/office/drawing/2014/main" id="{4D72AFC0-9E8B-43DD-97E3-170D97DEBD85}"/>
              </a:ext>
            </a:extLst>
          </p:cNvPr>
          <p:cNvSpPr>
            <a:spLocks noGrp="1"/>
          </p:cNvSpPr>
          <p:nvPr>
            <p:ph type="body" idx="1"/>
          </p:nvPr>
        </p:nvSpPr>
        <p:spPr>
          <a:xfrm>
            <a:off x="252000" y="4589464"/>
            <a:ext cx="8627166" cy="1500187"/>
          </a:xfrm>
        </p:spPr>
        <p:txBody>
          <a:bodyPr>
            <a:normAutofit/>
          </a:bodyPr>
          <a:lstStyle/>
          <a:p>
            <a:endParaRPr lang="zh-CN" altLang="en-US" sz="2400"/>
          </a:p>
        </p:txBody>
      </p:sp>
    </p:spTree>
    <p:extLst>
      <p:ext uri="{BB962C8B-B14F-4D97-AF65-F5344CB8AC3E}">
        <p14:creationId xmlns:p14="http://schemas.microsoft.com/office/powerpoint/2010/main" val="9034262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DC00BF-CDC9-4563-A809-557FA4622D0A}"/>
              </a:ext>
            </a:extLst>
          </p:cNvPr>
          <p:cNvSpPr>
            <a:spLocks noGrp="1"/>
          </p:cNvSpPr>
          <p:nvPr>
            <p:ph idx="1"/>
          </p:nvPr>
        </p:nvSpPr>
        <p:spPr>
          <a:xfrm>
            <a:off x="256783" y="1156787"/>
            <a:ext cx="8630431" cy="5456955"/>
          </a:xfrm>
        </p:spPr>
        <p:txBody>
          <a:bodyPr>
            <a:normAutofit/>
          </a:bodyPr>
          <a:lstStyle/>
          <a:p>
            <a:pPr marL="288000" indent="-288000" algn="just">
              <a:lnSpc>
                <a:spcPct val="100000"/>
              </a:lnSpc>
              <a:spcBef>
                <a:spcPts val="600"/>
              </a:spcBef>
            </a:pPr>
            <a:r>
              <a:rPr lang="en-US" altLang="zh-CN">
                <a:cs typeface="Times New Roman" panose="02020603050405020304" pitchFamily="18" charset="0"/>
              </a:rPr>
              <a:t>Python</a:t>
            </a:r>
            <a:r>
              <a:rPr lang="zh-CN" altLang="zh-CN">
                <a:cs typeface="Times New Roman" panose="02020603050405020304" pitchFamily="18" charset="0"/>
              </a:rPr>
              <a:t>官方网站上的</a:t>
            </a:r>
            <a:r>
              <a:rPr lang="en-US" altLang="zh-CN">
                <a:cs typeface="Times New Roman" panose="02020603050405020304" pitchFamily="18" charset="0"/>
              </a:rPr>
              <a:t>PEP-8</a:t>
            </a:r>
            <a:r>
              <a:rPr lang="zh-CN" altLang="zh-CN">
                <a:cs typeface="Times New Roman" panose="02020603050405020304" pitchFamily="18" charset="0"/>
              </a:rPr>
              <a:t>文档详细说明了编写</a:t>
            </a:r>
            <a:r>
              <a:rPr lang="en-US" altLang="zh-CN">
                <a:cs typeface="Times New Roman" panose="02020603050405020304" pitchFamily="18" charset="0"/>
              </a:rPr>
              <a:t>Python</a:t>
            </a:r>
            <a:r>
              <a:rPr lang="zh-CN" altLang="zh-CN">
                <a:cs typeface="Times New Roman" panose="02020603050405020304" pitchFamily="18" charset="0"/>
              </a:rPr>
              <a:t>代码时所应遵循的规范，以下仅列举几项</a:t>
            </a:r>
            <a:r>
              <a:rPr lang="en-US" altLang="zh-CN">
                <a:cs typeface="Times New Roman" panose="02020603050405020304" pitchFamily="18" charset="0"/>
              </a:rPr>
              <a:t>:</a:t>
            </a: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缩进</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变量名</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行长度</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跨行书写</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空格</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空行</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模块导入</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en-US" sz="2000">
                <a:solidFill>
                  <a:srgbClr val="000000"/>
                </a:solidFill>
                <a:cs typeface="Times New Roman" panose="02020603050405020304" pitchFamily="18" charset="0"/>
              </a:rPr>
              <a:t>注释</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zh-CN" sz="2000">
                <a:solidFill>
                  <a:srgbClr val="000000"/>
                </a:solidFill>
                <a:cs typeface="Times New Roman" panose="02020603050405020304" pitchFamily="18" charset="0"/>
              </a:rPr>
              <a:t>源程序文件的编码</a:t>
            </a:r>
            <a:endParaRPr lang="en-US" altLang="zh-CN" sz="2000">
              <a:solidFill>
                <a:srgbClr val="000000"/>
              </a:solidFill>
              <a:cs typeface="Times New Roman" panose="02020603050405020304" pitchFamily="18" charset="0"/>
            </a:endParaRPr>
          </a:p>
          <a:p>
            <a:pPr marL="432000" lvl="1" indent="0" defTabSz="914400" eaLnBrk="0" fontAlgn="base" hangingPunct="0">
              <a:lnSpc>
                <a:spcPct val="100000"/>
              </a:lnSpc>
              <a:spcBef>
                <a:spcPts val="600"/>
              </a:spcBef>
              <a:spcAft>
                <a:spcPct val="0"/>
              </a:spcAft>
              <a:buNone/>
            </a:pPr>
            <a:endParaRPr lang="en-US" altLang="zh-CN" sz="20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en-US" altLang="zh-CN" sz="2400">
                <a:cs typeface="Times New Roman" panose="02020603050405020304" pitchFamily="18" charset="0"/>
                <a:hlinkClick r:id="rId3"/>
              </a:rPr>
              <a:t>https://www.python.org/dev/peps/pep-0008</a:t>
            </a:r>
            <a:endParaRPr lang="en-US" altLang="zh-CN" sz="3200">
              <a:cs typeface="Times New Roman" panose="02020603050405020304" pitchFamily="18" charset="0"/>
            </a:endParaRPr>
          </a:p>
        </p:txBody>
      </p:sp>
      <p:sp>
        <p:nvSpPr>
          <p:cNvPr id="3" name="标题 2">
            <a:extLst>
              <a:ext uri="{FF2B5EF4-FFF2-40B4-BE49-F238E27FC236}">
                <a16:creationId xmlns:a16="http://schemas.microsoft.com/office/drawing/2014/main" id="{CE0E9E7C-EDB9-4890-BFCA-BBF858718C6F}"/>
              </a:ext>
            </a:extLst>
          </p:cNvPr>
          <p:cNvSpPr>
            <a:spLocks noGrp="1"/>
          </p:cNvSpPr>
          <p:nvPr>
            <p:ph type="title"/>
          </p:nvPr>
        </p:nvSpPr>
        <p:spPr>
          <a:xfrm>
            <a:off x="256782" y="244258"/>
            <a:ext cx="8630432" cy="912529"/>
          </a:xfrm>
        </p:spPr>
        <p:txBody>
          <a:bodyPr/>
          <a:lstStyle/>
          <a:p>
            <a:r>
              <a:rPr lang="en-US" altLang="zh-CN">
                <a:cs typeface="Times New Roman" panose="02020603050405020304" pitchFamily="18" charset="0"/>
              </a:rPr>
              <a:t>Python</a:t>
            </a:r>
            <a:r>
              <a:rPr lang="zh-CN" altLang="zh-CN"/>
              <a:t>编码规范</a:t>
            </a:r>
            <a:endParaRPr lang="zh-CN" altLang="en-US">
              <a:cs typeface="Times New Roman" panose="02020603050405020304" pitchFamily="18" charset="0"/>
            </a:endParaRPr>
          </a:p>
        </p:txBody>
      </p:sp>
      <p:pic>
        <p:nvPicPr>
          <p:cNvPr id="5" name="图片 4">
            <a:extLst>
              <a:ext uri="{FF2B5EF4-FFF2-40B4-BE49-F238E27FC236}">
                <a16:creationId xmlns:a16="http://schemas.microsoft.com/office/drawing/2014/main" id="{9E51C7E4-45EE-4D85-8718-B2443372C0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0183" y="1990140"/>
            <a:ext cx="3383812" cy="3175868"/>
          </a:xfrm>
          <a:prstGeom prst="rect">
            <a:avLst/>
          </a:prstGeom>
          <a:effectLst>
            <a:outerShdw blurRad="76200" dist="12700" dir="8100000" sy="-23000" kx="800400" algn="br" rotWithShape="0">
              <a:prstClr val="black">
                <a:alpha val="20000"/>
              </a:prstClr>
            </a:outerShdw>
          </a:effectLst>
        </p:spPr>
      </p:pic>
    </p:spTree>
    <p:extLst>
      <p:ext uri="{BB962C8B-B14F-4D97-AF65-F5344CB8AC3E}">
        <p14:creationId xmlns:p14="http://schemas.microsoft.com/office/powerpoint/2010/main" val="30301231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02749D3-2F59-4F72-873F-ED391478B64A}"/>
              </a:ext>
            </a:extLst>
          </p:cNvPr>
          <p:cNvSpPr>
            <a:spLocks noGrp="1"/>
          </p:cNvSpPr>
          <p:nvPr>
            <p:ph idx="1"/>
          </p:nvPr>
        </p:nvSpPr>
        <p:spPr/>
        <p:txBody>
          <a:bodyPr>
            <a:normAutofit/>
          </a:bodyPr>
          <a:lstStyle/>
          <a:p>
            <a:pPr marL="288000" indent="-288000" algn="just">
              <a:lnSpc>
                <a:spcPct val="100000"/>
              </a:lnSpc>
              <a:spcBef>
                <a:spcPts val="600"/>
              </a:spcBef>
            </a:pPr>
            <a:r>
              <a:rPr lang="zh-CN" altLang="en-US" kern="100">
                <a:solidFill>
                  <a:srgbClr val="FF0000"/>
                </a:solidFill>
              </a:rPr>
              <a:t>缩进</a:t>
            </a:r>
            <a:r>
              <a:rPr lang="zh-CN" altLang="en-US" kern="100"/>
              <a:t>：</a:t>
            </a:r>
            <a:r>
              <a:rPr lang="en-US" altLang="zh-CN" kern="100"/>
              <a:t>Python</a:t>
            </a:r>
            <a:r>
              <a:rPr lang="zh-CN" altLang="zh-CN" kern="100">
                <a:cs typeface="Times New Roman" panose="02020603050405020304" pitchFamily="18" charset="0"/>
              </a:rPr>
              <a:t>使用缩进界定代码块的起始</a:t>
            </a:r>
            <a:endParaRPr lang="en-US" altLang="zh-CN" kern="100">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zh-CN" sz="2000">
                <a:solidFill>
                  <a:srgbClr val="000000"/>
                </a:solidFill>
                <a:cs typeface="Times New Roman" panose="02020603050405020304" pitchFamily="18" charset="0"/>
              </a:rPr>
              <a:t>空格和制表符</a:t>
            </a:r>
            <a:r>
              <a:rPr lang="en-US" altLang="zh-CN" sz="2000">
                <a:solidFill>
                  <a:srgbClr val="000000"/>
                </a:solidFill>
                <a:cs typeface="Times New Roman" panose="02020603050405020304" pitchFamily="18" charset="0"/>
              </a:rPr>
              <a:t>Tab</a:t>
            </a:r>
            <a:r>
              <a:rPr lang="zh-CN" altLang="zh-CN" sz="2000">
                <a:solidFill>
                  <a:srgbClr val="000000"/>
                </a:solidFill>
                <a:cs typeface="Times New Roman" panose="02020603050405020304" pitchFamily="18" charset="0"/>
              </a:rPr>
              <a:t>都可以用于缩进，但是在实践中不应使用制表符</a:t>
            </a:r>
            <a:r>
              <a:rPr lang="en-US" altLang="zh-CN" sz="2000">
                <a:solidFill>
                  <a:srgbClr val="000000"/>
                </a:solidFill>
                <a:cs typeface="Times New Roman" panose="02020603050405020304" pitchFamily="18" charset="0"/>
              </a:rPr>
              <a:t>Tab</a:t>
            </a:r>
          </a:p>
          <a:p>
            <a:pPr marL="720000" lvl="1" indent="-288000" defTabSz="914400" eaLnBrk="0" fontAlgn="base" hangingPunct="0">
              <a:lnSpc>
                <a:spcPct val="110000"/>
              </a:lnSpc>
              <a:spcBef>
                <a:spcPts val="600"/>
              </a:spcBef>
              <a:spcAft>
                <a:spcPct val="0"/>
              </a:spcAft>
              <a:buFontTx/>
              <a:buChar char="–"/>
            </a:pPr>
            <a:r>
              <a:rPr lang="zh-CN" altLang="zh-CN" sz="2000">
                <a:solidFill>
                  <a:srgbClr val="000000"/>
                </a:solidFill>
                <a:cs typeface="Times New Roman" panose="02020603050405020304" pitchFamily="18" charset="0"/>
              </a:rPr>
              <a:t>要以</a:t>
            </a:r>
            <a:r>
              <a:rPr lang="zh-CN" altLang="zh-CN" sz="2000">
                <a:solidFill>
                  <a:srgbClr val="FF0000"/>
                </a:solidFill>
                <a:cs typeface="Times New Roman" panose="02020603050405020304" pitchFamily="18" charset="0"/>
              </a:rPr>
              <a:t>四个空格</a:t>
            </a:r>
            <a:r>
              <a:rPr lang="zh-CN" altLang="zh-CN" sz="2000">
                <a:solidFill>
                  <a:srgbClr val="000000"/>
                </a:solidFill>
                <a:cs typeface="Times New Roman" panose="02020603050405020304" pitchFamily="18" charset="0"/>
              </a:rPr>
              <a:t>为基本缩进单位，尤其不能将空格和制表符</a:t>
            </a:r>
            <a:r>
              <a:rPr lang="en-US" altLang="zh-CN" sz="2000">
                <a:solidFill>
                  <a:srgbClr val="000000"/>
                </a:solidFill>
                <a:cs typeface="Times New Roman" panose="02020603050405020304" pitchFamily="18" charset="0"/>
              </a:rPr>
              <a:t>Tab</a:t>
            </a:r>
            <a:r>
              <a:rPr lang="zh-CN" altLang="zh-CN" sz="2000">
                <a:solidFill>
                  <a:srgbClr val="000000"/>
                </a:solidFill>
                <a:cs typeface="Times New Roman" panose="02020603050405020304" pitchFamily="18" charset="0"/>
              </a:rPr>
              <a:t>混用</a:t>
            </a:r>
            <a:endParaRPr lang="en-US" altLang="zh-CN" sz="2000" kern="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en-US" sz="2000" kern="100">
                <a:solidFill>
                  <a:srgbClr val="000000"/>
                </a:solidFill>
                <a:cs typeface="Times New Roman" panose="02020603050405020304" pitchFamily="18" charset="0"/>
              </a:rPr>
              <a:t>正确示例：</a:t>
            </a:r>
            <a:endParaRPr lang="en-US" altLang="zh-CN" sz="2000" kern="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endParaRPr lang="en-US" altLang="zh-CN" sz="2000" kern="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endParaRPr lang="en-US" altLang="zh-CN" sz="2000" kern="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endParaRPr lang="en-US" altLang="zh-CN" sz="2000" kern="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endParaRPr lang="en-US" altLang="zh-CN" sz="2000" kern="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endParaRPr lang="en-US" altLang="zh-CN" sz="2000" kern="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en-US" sz="2000" kern="100">
                <a:solidFill>
                  <a:srgbClr val="000000"/>
                </a:solidFill>
                <a:cs typeface="Times New Roman" panose="02020603050405020304" pitchFamily="18" charset="0"/>
              </a:rPr>
              <a:t>错误示例：</a:t>
            </a:r>
            <a:endParaRPr lang="en-US" altLang="zh-CN" sz="2000" kern="1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C5BF08F9-E299-4AD1-88D1-58BFB078BF3B}"/>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编码规范</a:t>
            </a:r>
          </a:p>
        </p:txBody>
      </p:sp>
      <p:sp>
        <p:nvSpPr>
          <p:cNvPr id="4" name="文本框 3">
            <a:extLst>
              <a:ext uri="{FF2B5EF4-FFF2-40B4-BE49-F238E27FC236}">
                <a16:creationId xmlns:a16="http://schemas.microsoft.com/office/drawing/2014/main" id="{5129C5D7-E59E-A80F-33C5-11FACF282A03}"/>
              </a:ext>
            </a:extLst>
          </p:cNvPr>
          <p:cNvSpPr txBox="1"/>
          <p:nvPr/>
        </p:nvSpPr>
        <p:spPr>
          <a:xfrm>
            <a:off x="725935" y="2781437"/>
            <a:ext cx="8161279" cy="2031325"/>
          </a:xfrm>
          <a:prstGeom prst="rect">
            <a:avLst/>
          </a:prstGeom>
          <a:noFill/>
        </p:spPr>
        <p:txBody>
          <a:bodyPr wrap="square" rtlCol="0">
            <a:spAutoFit/>
          </a:bodyPr>
          <a:lstStyle/>
          <a:p>
            <a:r>
              <a:rPr lang="en-US" altLang="zh-CN" sz="1800" b="1">
                <a:solidFill>
                  <a:srgbClr val="0000FF"/>
                </a:solidFill>
                <a:highlight>
                  <a:srgbClr val="FFFFFF"/>
                </a:highlight>
              </a:rPr>
              <a:t>def</a:t>
            </a:r>
            <a:r>
              <a:rPr lang="en-US" altLang="zh-CN" sz="1800" b="0">
                <a:solidFill>
                  <a:srgbClr val="000000"/>
                </a:solidFill>
                <a:highlight>
                  <a:srgbClr val="FFFFFF"/>
                </a:highlight>
              </a:rPr>
              <a:t> </a:t>
            </a:r>
            <a:r>
              <a:rPr lang="en-US" altLang="zh-CN" sz="1800" b="0">
                <a:solidFill>
                  <a:srgbClr val="FF00FF"/>
                </a:solidFill>
                <a:highlight>
                  <a:srgbClr val="FFFFFF"/>
                </a:highlight>
              </a:rPr>
              <a:t>greet</a:t>
            </a:r>
            <a:r>
              <a:rPr lang="en-US" altLang="zh-CN" sz="1800" b="1">
                <a:solidFill>
                  <a:srgbClr val="000080"/>
                </a:solidFill>
                <a:highlight>
                  <a:srgbClr val="FFFFFF"/>
                </a:highlight>
              </a:rPr>
              <a:t>(</a:t>
            </a:r>
            <a:r>
              <a:rPr lang="en-US" altLang="zh-CN" sz="1800" b="0">
                <a:solidFill>
                  <a:srgbClr val="000000"/>
                </a:solidFill>
                <a:highlight>
                  <a:srgbClr val="FFFFFF"/>
                </a:highlight>
              </a:rPr>
              <a:t>name</a:t>
            </a:r>
            <a:r>
              <a:rPr lang="en-US" altLang="zh-CN" sz="1800" b="1">
                <a:solidFill>
                  <a:srgbClr val="000080"/>
                </a:solidFill>
                <a:highlight>
                  <a:srgbClr val="FFFFFF"/>
                </a:highlight>
              </a:rPr>
              <a:t>):</a:t>
            </a:r>
            <a:endParaRPr lang="en-US" altLang="zh-CN" sz="1800" b="0">
              <a:solidFill>
                <a:srgbClr val="000000"/>
              </a:solidFill>
              <a:highlight>
                <a:srgbClr val="FFFFFF"/>
              </a:highlight>
            </a:endParaRPr>
          </a:p>
          <a:p>
            <a:r>
              <a:rPr lang="en-US" altLang="zh-CN" sz="1800" b="0">
                <a:solidFill>
                  <a:srgbClr val="000000"/>
                </a:solidFill>
                <a:highlight>
                  <a:srgbClr val="FFFFFF"/>
                </a:highlight>
              </a:rPr>
              <a:t>    </a:t>
            </a:r>
            <a:r>
              <a:rPr lang="en-US" altLang="zh-CN" sz="1800" b="1">
                <a:solidFill>
                  <a:srgbClr val="0000FF"/>
                </a:solidFill>
                <a:highlight>
                  <a:srgbClr val="FFFFFF"/>
                </a:highlight>
              </a:rPr>
              <a:t>if</a:t>
            </a:r>
            <a:r>
              <a:rPr lang="en-US" altLang="zh-CN" sz="1800" b="0">
                <a:solidFill>
                  <a:srgbClr val="000000"/>
                </a:solidFill>
                <a:highlight>
                  <a:srgbClr val="FFFFFF"/>
                </a:highlight>
              </a:rPr>
              <a:t> name</a:t>
            </a:r>
            <a:r>
              <a:rPr lang="en-US" altLang="zh-CN" sz="1800" b="1">
                <a:solidFill>
                  <a:srgbClr val="000080"/>
                </a:solidFill>
                <a:highlight>
                  <a:srgbClr val="FFFFFF"/>
                </a:highlight>
              </a:rPr>
              <a:t>:</a:t>
            </a:r>
            <a:endParaRPr lang="en-US" altLang="zh-CN" sz="1800" b="0">
              <a:solidFill>
                <a:srgbClr val="000000"/>
              </a:solidFill>
              <a:highlight>
                <a:srgbClr val="FFFFFF"/>
              </a:highlight>
            </a:endParaRPr>
          </a:p>
          <a:p>
            <a:r>
              <a:rPr lang="en-US" altLang="zh-CN" sz="1800" b="0">
                <a:solidFill>
                  <a:srgbClr val="000000"/>
                </a:solidFill>
                <a:highlight>
                  <a:srgbClr val="FFFFFF"/>
                </a:highlight>
              </a:rPr>
              <a:t>        </a:t>
            </a:r>
            <a:r>
              <a:rPr lang="en-US" altLang="zh-CN" sz="1800" b="1">
                <a:solidFill>
                  <a:srgbClr val="880088"/>
                </a:solidFill>
                <a:highlight>
                  <a:srgbClr val="FFFFFF"/>
                </a:highlight>
              </a:rPr>
              <a:t>print</a:t>
            </a:r>
            <a:r>
              <a:rPr lang="en-US" altLang="zh-CN" sz="1800" b="1">
                <a:solidFill>
                  <a:srgbClr val="000080"/>
                </a:solidFill>
                <a:highlight>
                  <a:srgbClr val="FFFFFF"/>
                </a:highlight>
              </a:rPr>
              <a:t>(</a:t>
            </a:r>
            <a:r>
              <a:rPr lang="en-US" altLang="zh-CN" sz="1800" b="0" err="1">
                <a:solidFill>
                  <a:srgbClr val="808080"/>
                </a:solidFill>
                <a:highlight>
                  <a:srgbClr val="FFFFFF"/>
                </a:highlight>
              </a:rPr>
              <a:t>f"Hello</a:t>
            </a:r>
            <a:r>
              <a:rPr lang="en-US" altLang="zh-CN" sz="1800" b="0">
                <a:solidFill>
                  <a:srgbClr val="808080"/>
                </a:solidFill>
                <a:highlight>
                  <a:srgbClr val="FFFFFF"/>
                </a:highlight>
              </a:rPr>
              <a:t>, {</a:t>
            </a:r>
            <a:r>
              <a:rPr lang="en-US" altLang="zh-CN" sz="1800" b="0">
                <a:solidFill>
                  <a:srgbClr val="000000"/>
                </a:solidFill>
                <a:highlight>
                  <a:srgbClr val="FFFFFF"/>
                </a:highlight>
              </a:rPr>
              <a:t>name</a:t>
            </a:r>
            <a:r>
              <a:rPr lang="en-US" altLang="zh-CN" sz="1800" b="0">
                <a:solidFill>
                  <a:srgbClr val="808080"/>
                </a:solidFill>
                <a:highlight>
                  <a:srgbClr val="FFFFFF"/>
                </a:highlight>
              </a:rPr>
              <a:t>}!"</a:t>
            </a:r>
            <a:r>
              <a:rPr lang="en-US" altLang="zh-CN" sz="1800" b="1">
                <a:solidFill>
                  <a:srgbClr val="000080"/>
                </a:solidFill>
                <a:highlight>
                  <a:srgbClr val="FFFFFF"/>
                </a:highlight>
              </a:rPr>
              <a:t>)</a:t>
            </a:r>
            <a:endParaRPr lang="en-US" altLang="zh-CN" sz="1800" b="0">
              <a:solidFill>
                <a:srgbClr val="000000"/>
              </a:solidFill>
              <a:highlight>
                <a:srgbClr val="FFFFFF"/>
              </a:highlight>
            </a:endParaRPr>
          </a:p>
          <a:p>
            <a:r>
              <a:rPr lang="en-US" altLang="zh-CN" sz="1800" b="0">
                <a:solidFill>
                  <a:srgbClr val="000000"/>
                </a:solidFill>
                <a:highlight>
                  <a:srgbClr val="FFFFFF"/>
                </a:highlight>
              </a:rPr>
              <a:t>    </a:t>
            </a:r>
            <a:r>
              <a:rPr lang="en-US" altLang="zh-CN" sz="1800" b="1">
                <a:solidFill>
                  <a:srgbClr val="0000FF"/>
                </a:solidFill>
                <a:highlight>
                  <a:srgbClr val="FFFFFF"/>
                </a:highlight>
              </a:rPr>
              <a:t>else</a:t>
            </a:r>
            <a:r>
              <a:rPr lang="en-US" altLang="zh-CN" sz="1800" b="1">
                <a:solidFill>
                  <a:srgbClr val="000080"/>
                </a:solidFill>
                <a:highlight>
                  <a:srgbClr val="FFFFFF"/>
                </a:highlight>
              </a:rPr>
              <a:t>:</a:t>
            </a:r>
            <a:endParaRPr lang="en-US" altLang="zh-CN" sz="1800" b="0">
              <a:solidFill>
                <a:srgbClr val="000000"/>
              </a:solidFill>
              <a:highlight>
                <a:srgbClr val="FFFFFF"/>
              </a:highlight>
            </a:endParaRPr>
          </a:p>
          <a:p>
            <a:r>
              <a:rPr lang="en-US" altLang="zh-CN" sz="1800" b="0">
                <a:solidFill>
                  <a:srgbClr val="000000"/>
                </a:solidFill>
                <a:highlight>
                  <a:srgbClr val="FFFFFF"/>
                </a:highlight>
              </a:rPr>
              <a:t>        </a:t>
            </a:r>
            <a:r>
              <a:rPr lang="en-US" altLang="zh-CN" sz="1800" b="1">
                <a:solidFill>
                  <a:srgbClr val="880088"/>
                </a:solidFill>
                <a:highlight>
                  <a:srgbClr val="FFFFFF"/>
                </a:highlight>
              </a:rPr>
              <a:t>print</a:t>
            </a:r>
            <a:r>
              <a:rPr lang="en-US" altLang="zh-CN" sz="1800" b="1">
                <a:solidFill>
                  <a:srgbClr val="000080"/>
                </a:solidFill>
                <a:highlight>
                  <a:srgbClr val="FFFFFF"/>
                </a:highlight>
              </a:rPr>
              <a:t>(</a:t>
            </a:r>
            <a:r>
              <a:rPr lang="en-US" altLang="zh-CN" sz="1800" b="0">
                <a:solidFill>
                  <a:srgbClr val="808080"/>
                </a:solidFill>
                <a:highlight>
                  <a:srgbClr val="FFFFFF"/>
                </a:highlight>
              </a:rPr>
              <a:t>"Hello, World!"</a:t>
            </a:r>
            <a:r>
              <a:rPr lang="en-US" altLang="zh-CN" sz="1800" b="1">
                <a:solidFill>
                  <a:srgbClr val="000080"/>
                </a:solidFill>
                <a:highlight>
                  <a:srgbClr val="FFFFFF"/>
                </a:highlight>
              </a:rPr>
              <a:t>)</a:t>
            </a:r>
            <a:endParaRPr lang="en-US" altLang="zh-CN" sz="1800" b="0">
              <a:solidFill>
                <a:srgbClr val="000000"/>
              </a:solidFill>
              <a:highlight>
                <a:srgbClr val="FFFFFF"/>
              </a:highlight>
            </a:endParaRPr>
          </a:p>
          <a:p>
            <a:r>
              <a:rPr lang="en-US" altLang="zh-CN" sz="1800" b="0">
                <a:solidFill>
                  <a:srgbClr val="000000"/>
                </a:solidFill>
                <a:highlight>
                  <a:srgbClr val="FFFFFF"/>
                </a:highlight>
              </a:rPr>
              <a:t>greet</a:t>
            </a:r>
            <a:r>
              <a:rPr lang="en-US" altLang="zh-CN" sz="1800" b="1">
                <a:solidFill>
                  <a:srgbClr val="000080"/>
                </a:solidFill>
                <a:highlight>
                  <a:srgbClr val="FFFFFF"/>
                </a:highlight>
              </a:rPr>
              <a:t>(</a:t>
            </a:r>
            <a:r>
              <a:rPr lang="en-US" altLang="zh-CN" sz="1800" b="0">
                <a:solidFill>
                  <a:srgbClr val="808080"/>
                </a:solidFill>
                <a:highlight>
                  <a:srgbClr val="FFFFFF"/>
                </a:highlight>
              </a:rPr>
              <a:t>"Alice"</a:t>
            </a:r>
            <a:r>
              <a:rPr lang="en-US" altLang="zh-CN" sz="1800" b="1">
                <a:solidFill>
                  <a:srgbClr val="000080"/>
                </a:solidFill>
                <a:highlight>
                  <a:srgbClr val="FFFFFF"/>
                </a:highlight>
              </a:rPr>
              <a:t>)</a:t>
            </a:r>
            <a:endParaRPr lang="en-US" altLang="zh-CN" sz="1800" b="0">
              <a:solidFill>
                <a:srgbClr val="000000"/>
              </a:solidFill>
              <a:highlight>
                <a:srgbClr val="FFFFFF"/>
              </a:highlight>
            </a:endParaRPr>
          </a:p>
          <a:p>
            <a:r>
              <a:rPr lang="en-US" altLang="zh-CN" sz="1800" b="0">
                <a:solidFill>
                  <a:srgbClr val="000000"/>
                </a:solidFill>
                <a:highlight>
                  <a:srgbClr val="FFFFFF"/>
                </a:highlight>
              </a:rPr>
              <a:t>greet</a:t>
            </a:r>
            <a:r>
              <a:rPr lang="en-US" altLang="zh-CN" sz="1800" b="1">
                <a:solidFill>
                  <a:srgbClr val="000080"/>
                </a:solidFill>
                <a:highlight>
                  <a:srgbClr val="FFFFFF"/>
                </a:highlight>
              </a:rPr>
              <a:t>(</a:t>
            </a:r>
            <a:r>
              <a:rPr lang="en-US" altLang="zh-CN" sz="1800" b="0">
                <a:solidFill>
                  <a:srgbClr val="808080"/>
                </a:solidFill>
                <a:highlight>
                  <a:srgbClr val="FFFFFF"/>
                </a:highlight>
              </a:rPr>
              <a:t>""</a:t>
            </a:r>
            <a:r>
              <a:rPr lang="en-US" altLang="zh-CN" sz="1800" b="1">
                <a:solidFill>
                  <a:srgbClr val="000080"/>
                </a:solidFill>
                <a:highlight>
                  <a:srgbClr val="FFFFFF"/>
                </a:highlight>
              </a:rPr>
              <a:t>)</a:t>
            </a:r>
            <a:r>
              <a:rPr lang="en-US" altLang="zh-CN" sz="1800" b="0">
                <a:solidFill>
                  <a:srgbClr val="000000"/>
                </a:solidFill>
                <a:highlight>
                  <a:srgbClr val="FFFFFF"/>
                </a:highlight>
              </a:rPr>
              <a:t>  </a:t>
            </a:r>
            <a:r>
              <a:rPr lang="en-US" altLang="zh-CN" sz="1800" b="0">
                <a:solidFill>
                  <a:srgbClr val="008000"/>
                </a:solidFill>
                <a:highlight>
                  <a:srgbClr val="FFFFFF"/>
                </a:highlight>
              </a:rPr>
              <a:t># </a:t>
            </a:r>
            <a:r>
              <a:rPr lang="zh-CN" altLang="en-US" sz="1800" b="0">
                <a:solidFill>
                  <a:srgbClr val="008000"/>
                </a:solidFill>
                <a:highlight>
                  <a:srgbClr val="FFFFFF"/>
                </a:highlight>
              </a:rPr>
              <a:t>这会打印 </a:t>
            </a:r>
            <a:r>
              <a:rPr lang="en-US" altLang="zh-CN" sz="1800" b="0">
                <a:solidFill>
                  <a:srgbClr val="008000"/>
                </a:solidFill>
                <a:highlight>
                  <a:srgbClr val="FFFFFF"/>
                </a:highlight>
              </a:rPr>
              <a:t>"Hello, World!"</a:t>
            </a:r>
            <a:endParaRPr lang="en-US" altLang="zh-CN" sz="1800" b="0">
              <a:solidFill>
                <a:srgbClr val="000000"/>
              </a:solidFill>
              <a:highlight>
                <a:srgbClr val="FFFFFF"/>
              </a:highlight>
            </a:endParaRPr>
          </a:p>
        </p:txBody>
      </p:sp>
      <p:sp>
        <p:nvSpPr>
          <p:cNvPr id="5" name="文本框 4">
            <a:extLst>
              <a:ext uri="{FF2B5EF4-FFF2-40B4-BE49-F238E27FC236}">
                <a16:creationId xmlns:a16="http://schemas.microsoft.com/office/drawing/2014/main" id="{B8E2557A-D031-A1D3-127C-7E8A3EC0F4BD}"/>
              </a:ext>
            </a:extLst>
          </p:cNvPr>
          <p:cNvSpPr txBox="1"/>
          <p:nvPr/>
        </p:nvSpPr>
        <p:spPr>
          <a:xfrm>
            <a:off x="725934" y="5255067"/>
            <a:ext cx="8161279" cy="1477328"/>
          </a:xfrm>
          <a:prstGeom prst="rect">
            <a:avLst/>
          </a:prstGeom>
          <a:noFill/>
        </p:spPr>
        <p:txBody>
          <a:bodyPr wrap="square" rtlCol="0">
            <a:spAutoFit/>
          </a:bodyPr>
          <a:lstStyle/>
          <a:p>
            <a:r>
              <a:rPr lang="en-US" altLang="zh-CN" sz="1800" b="1" dirty="0">
                <a:solidFill>
                  <a:srgbClr val="0000FF"/>
                </a:solidFill>
                <a:highlight>
                  <a:srgbClr val="FFFFFF"/>
                </a:highlight>
              </a:rPr>
              <a:t>def</a:t>
            </a:r>
            <a:r>
              <a:rPr lang="en-US" altLang="zh-CN" sz="1800" b="0" dirty="0">
                <a:solidFill>
                  <a:srgbClr val="000000"/>
                </a:solidFill>
                <a:highlight>
                  <a:srgbClr val="FFFFFF"/>
                </a:highlight>
              </a:rPr>
              <a:t> </a:t>
            </a:r>
            <a:r>
              <a:rPr lang="en-US" altLang="zh-CN" sz="1800" b="0" dirty="0">
                <a:solidFill>
                  <a:srgbClr val="FF00FF"/>
                </a:solidFill>
                <a:highlight>
                  <a:srgbClr val="FFFFFF"/>
                </a:highlight>
              </a:rPr>
              <a:t>greet</a:t>
            </a:r>
            <a:r>
              <a:rPr lang="en-US" altLang="zh-CN" sz="1800" b="1" dirty="0">
                <a:solidFill>
                  <a:srgbClr val="000080"/>
                </a:solidFill>
                <a:highlight>
                  <a:srgbClr val="FFFFFF"/>
                </a:highlight>
              </a:rPr>
              <a:t>(</a:t>
            </a:r>
            <a:r>
              <a:rPr lang="en-US" altLang="zh-CN" sz="1800" b="0" dirty="0">
                <a:solidFill>
                  <a:srgbClr val="000000"/>
                </a:solidFill>
                <a:highlight>
                  <a:srgbClr val="FFFFFF"/>
                </a:highlight>
              </a:rPr>
              <a:t>name</a:t>
            </a:r>
            <a:r>
              <a:rPr lang="en-US" altLang="zh-CN" sz="1800" b="1" dirty="0">
                <a:solidFill>
                  <a:srgbClr val="000080"/>
                </a:solidFill>
                <a:highlight>
                  <a:srgbClr val="FFFFFF"/>
                </a:highlight>
              </a:rPr>
              <a:t>):</a:t>
            </a:r>
            <a:endParaRPr lang="en-US" altLang="zh-CN" sz="1800" b="0" dirty="0">
              <a:solidFill>
                <a:srgbClr val="000000"/>
              </a:solidFill>
              <a:highlight>
                <a:srgbClr val="FFFFFF"/>
              </a:highlight>
            </a:endParaRPr>
          </a:p>
          <a:p>
            <a:r>
              <a:rPr lang="en-US" altLang="zh-CN" sz="1800" b="0" dirty="0">
                <a:solidFill>
                  <a:srgbClr val="000000"/>
                </a:solidFill>
                <a:highlight>
                  <a:srgbClr val="FFFFFF"/>
                </a:highlight>
              </a:rPr>
              <a:t>    </a:t>
            </a:r>
            <a:r>
              <a:rPr lang="en-US" altLang="zh-CN" sz="1800" b="1" dirty="0">
                <a:solidFill>
                  <a:srgbClr val="0000FF"/>
                </a:solidFill>
                <a:highlight>
                  <a:srgbClr val="FFFFFF"/>
                </a:highlight>
              </a:rPr>
              <a:t>if</a:t>
            </a:r>
            <a:r>
              <a:rPr lang="en-US" altLang="zh-CN" sz="1800" b="0" dirty="0">
                <a:solidFill>
                  <a:srgbClr val="000000"/>
                </a:solidFill>
                <a:highlight>
                  <a:srgbClr val="FFFFFF"/>
                </a:highlight>
              </a:rPr>
              <a:t> name</a:t>
            </a:r>
            <a:r>
              <a:rPr lang="en-US" altLang="zh-CN" sz="1800" b="1" dirty="0">
                <a:solidFill>
                  <a:srgbClr val="000080"/>
                </a:solidFill>
                <a:highlight>
                  <a:srgbClr val="FFFFFF"/>
                </a:highlight>
              </a:rPr>
              <a:t>:</a:t>
            </a:r>
            <a:endParaRPr lang="en-US" altLang="zh-CN" sz="1800" b="0" dirty="0">
              <a:solidFill>
                <a:srgbClr val="000000"/>
              </a:solidFill>
              <a:highlight>
                <a:srgbClr val="FFFFFF"/>
              </a:highlight>
            </a:endParaRPr>
          </a:p>
          <a:p>
            <a:r>
              <a:rPr lang="en-US" altLang="zh-CN" sz="1800" b="0" dirty="0">
                <a:solidFill>
                  <a:srgbClr val="000000"/>
                </a:solidFill>
                <a:highlight>
                  <a:srgbClr val="FFFFFF"/>
                </a:highlight>
              </a:rPr>
              <a:t>        </a:t>
            </a:r>
            <a:r>
              <a:rPr lang="en-US" altLang="zh-CN" sz="1800" b="1" dirty="0">
                <a:solidFill>
                  <a:srgbClr val="880088"/>
                </a:solidFill>
                <a:highlight>
                  <a:srgbClr val="FFFFFF"/>
                </a:highlight>
              </a:rPr>
              <a:t>print</a:t>
            </a:r>
            <a:r>
              <a:rPr lang="en-US" altLang="zh-CN" sz="1800" b="1" dirty="0">
                <a:solidFill>
                  <a:srgbClr val="000080"/>
                </a:solidFill>
                <a:highlight>
                  <a:srgbClr val="FFFFFF"/>
                </a:highlight>
              </a:rPr>
              <a:t>(</a:t>
            </a:r>
            <a:r>
              <a:rPr lang="en-US" altLang="zh-CN" sz="1800" b="0" dirty="0" err="1">
                <a:solidFill>
                  <a:srgbClr val="808080"/>
                </a:solidFill>
                <a:highlight>
                  <a:srgbClr val="FFFFFF"/>
                </a:highlight>
              </a:rPr>
              <a:t>f"Hello</a:t>
            </a:r>
            <a:r>
              <a:rPr lang="en-US" altLang="zh-CN" sz="1800" b="0" dirty="0">
                <a:solidFill>
                  <a:srgbClr val="808080"/>
                </a:solidFill>
                <a:highlight>
                  <a:srgbClr val="FFFFFF"/>
                </a:highlight>
              </a:rPr>
              <a:t>, {</a:t>
            </a:r>
            <a:r>
              <a:rPr lang="en-US" altLang="zh-CN" sz="1800" b="0" dirty="0">
                <a:solidFill>
                  <a:srgbClr val="000000"/>
                </a:solidFill>
                <a:highlight>
                  <a:srgbClr val="FFFFFF"/>
                </a:highlight>
              </a:rPr>
              <a:t>name</a:t>
            </a:r>
            <a:r>
              <a:rPr lang="en-US" altLang="zh-CN" sz="1800" b="0" dirty="0">
                <a:solidFill>
                  <a:srgbClr val="808080"/>
                </a:solidFill>
                <a:highlight>
                  <a:srgbClr val="FFFFFF"/>
                </a:highlight>
              </a:rPr>
              <a:t>}!"</a:t>
            </a:r>
            <a:r>
              <a:rPr lang="en-US" altLang="zh-CN" sz="1800" b="1" dirty="0">
                <a:solidFill>
                  <a:srgbClr val="000080"/>
                </a:solidFill>
                <a:highlight>
                  <a:srgbClr val="FFFFFF"/>
                </a:highlight>
              </a:rPr>
              <a:t>)</a:t>
            </a:r>
            <a:r>
              <a:rPr lang="en-US" altLang="zh-CN" sz="1800" b="0" dirty="0">
                <a:solidFill>
                  <a:srgbClr val="000000"/>
                </a:solidFill>
                <a:highlight>
                  <a:srgbClr val="FFFFFF"/>
                </a:highlight>
              </a:rPr>
              <a:t>  </a:t>
            </a:r>
            <a:r>
              <a:rPr lang="en-US" altLang="zh-CN" sz="1800" b="0" dirty="0">
                <a:solidFill>
                  <a:srgbClr val="008000"/>
                </a:solidFill>
                <a:highlight>
                  <a:srgbClr val="FFFFFF"/>
                </a:highlight>
              </a:rPr>
              <a:t># </a:t>
            </a:r>
            <a:r>
              <a:rPr lang="zh-CN" altLang="en-US" sz="1800" b="0" dirty="0">
                <a:solidFill>
                  <a:srgbClr val="008000"/>
                </a:solidFill>
                <a:highlight>
                  <a:srgbClr val="FFFFFF"/>
                </a:highlight>
              </a:rPr>
              <a:t>这里使用了</a:t>
            </a:r>
            <a:r>
              <a:rPr lang="en-US" altLang="zh-CN" sz="1800" b="0" dirty="0">
                <a:solidFill>
                  <a:srgbClr val="008000"/>
                </a:solidFill>
                <a:highlight>
                  <a:srgbClr val="FFFFFF"/>
                </a:highlight>
              </a:rPr>
              <a:t>Tab</a:t>
            </a:r>
            <a:r>
              <a:rPr lang="zh-CN" altLang="en-US" sz="1800" b="0" dirty="0">
                <a:solidFill>
                  <a:srgbClr val="008000"/>
                </a:solidFill>
                <a:highlight>
                  <a:srgbClr val="FFFFFF"/>
                </a:highlight>
              </a:rPr>
              <a:t>缩进</a:t>
            </a:r>
            <a:endParaRPr lang="zh-CN" altLang="en-US" sz="1800" b="0" dirty="0">
              <a:solidFill>
                <a:srgbClr val="000000"/>
              </a:solidFill>
              <a:highlight>
                <a:srgbClr val="FFFFFF"/>
              </a:highlight>
            </a:endParaRPr>
          </a:p>
          <a:p>
            <a:r>
              <a:rPr lang="en-US" altLang="zh-CN" sz="1800" b="0" dirty="0">
                <a:solidFill>
                  <a:srgbClr val="000000"/>
                </a:solidFill>
                <a:highlight>
                  <a:srgbClr val="FFFFFF"/>
                </a:highlight>
              </a:rPr>
              <a:t>    </a:t>
            </a:r>
            <a:r>
              <a:rPr lang="en-US" altLang="zh-CN" sz="1800" b="1" dirty="0">
                <a:solidFill>
                  <a:srgbClr val="0000FF"/>
                </a:solidFill>
                <a:highlight>
                  <a:srgbClr val="FFFFFF"/>
                </a:highlight>
              </a:rPr>
              <a:t>else</a:t>
            </a:r>
            <a:r>
              <a:rPr lang="en-US" altLang="zh-CN" sz="1800" b="1" dirty="0">
                <a:solidFill>
                  <a:srgbClr val="000080"/>
                </a:solidFill>
                <a:highlight>
                  <a:srgbClr val="FFFFFF"/>
                </a:highlight>
              </a:rPr>
              <a:t>:</a:t>
            </a:r>
            <a:endParaRPr lang="en-US" altLang="zh-CN" sz="1800" b="0" dirty="0">
              <a:solidFill>
                <a:srgbClr val="000000"/>
              </a:solidFill>
              <a:highlight>
                <a:srgbClr val="FFFFFF"/>
              </a:highlight>
            </a:endParaRPr>
          </a:p>
          <a:p>
            <a:r>
              <a:rPr lang="en-US" altLang="zh-CN" sz="1800" b="0" dirty="0">
                <a:solidFill>
                  <a:srgbClr val="000000"/>
                </a:solidFill>
                <a:highlight>
                  <a:srgbClr val="FFFFFF"/>
                </a:highlight>
              </a:rPr>
              <a:t>        </a:t>
            </a:r>
            <a:r>
              <a:rPr lang="en-US" altLang="zh-CN" sz="1800" b="1" dirty="0">
                <a:solidFill>
                  <a:srgbClr val="880088"/>
                </a:solidFill>
                <a:highlight>
                  <a:srgbClr val="FFFFFF"/>
                </a:highlight>
              </a:rPr>
              <a:t>print</a:t>
            </a:r>
            <a:r>
              <a:rPr lang="en-US" altLang="zh-CN" sz="1800" b="1" dirty="0">
                <a:solidFill>
                  <a:srgbClr val="000080"/>
                </a:solidFill>
                <a:highlight>
                  <a:srgbClr val="FFFFFF"/>
                </a:highlight>
              </a:rPr>
              <a:t>(</a:t>
            </a:r>
            <a:r>
              <a:rPr lang="en-US" altLang="zh-CN" sz="1800" b="0" dirty="0">
                <a:solidFill>
                  <a:srgbClr val="808080"/>
                </a:solidFill>
                <a:highlight>
                  <a:srgbClr val="FFFFFF"/>
                </a:highlight>
              </a:rPr>
              <a:t>"Hello, World!"</a:t>
            </a:r>
            <a:r>
              <a:rPr lang="en-US" altLang="zh-CN" sz="1800" b="1" dirty="0">
                <a:solidFill>
                  <a:srgbClr val="000080"/>
                </a:solidFill>
                <a:highlight>
                  <a:srgbClr val="FFFFFF"/>
                </a:highlight>
              </a:rPr>
              <a:t>)</a:t>
            </a:r>
            <a:r>
              <a:rPr lang="en-US" altLang="zh-CN" sz="1800" b="0" dirty="0">
                <a:solidFill>
                  <a:srgbClr val="000000"/>
                </a:solidFill>
                <a:highlight>
                  <a:srgbClr val="FFFFFF"/>
                </a:highlight>
              </a:rPr>
              <a:t>  </a:t>
            </a:r>
            <a:r>
              <a:rPr lang="en-US" altLang="zh-CN" sz="1800" b="0" dirty="0">
                <a:solidFill>
                  <a:srgbClr val="008000"/>
                </a:solidFill>
                <a:highlight>
                  <a:srgbClr val="FFFFFF"/>
                </a:highlight>
              </a:rPr>
              <a:t># </a:t>
            </a:r>
            <a:r>
              <a:rPr lang="zh-CN" altLang="en-US" sz="1800" b="0" dirty="0">
                <a:solidFill>
                  <a:srgbClr val="008000"/>
                </a:solidFill>
                <a:highlight>
                  <a:srgbClr val="FFFFFF"/>
                </a:highlight>
              </a:rPr>
              <a:t>这里使用了</a:t>
            </a:r>
            <a:r>
              <a:rPr lang="en-US" altLang="zh-CN" sz="1800" b="0" dirty="0">
                <a:solidFill>
                  <a:srgbClr val="008000"/>
                </a:solidFill>
                <a:highlight>
                  <a:srgbClr val="FFFFFF"/>
                </a:highlight>
              </a:rPr>
              <a:t>4</a:t>
            </a:r>
            <a:r>
              <a:rPr lang="zh-CN" altLang="en-US" sz="1800" b="0" dirty="0">
                <a:solidFill>
                  <a:srgbClr val="008000"/>
                </a:solidFill>
                <a:highlight>
                  <a:srgbClr val="FFFFFF"/>
                </a:highlight>
              </a:rPr>
              <a:t>个空格</a:t>
            </a:r>
            <a:endParaRPr lang="zh-CN" altLang="en-US" sz="1800" b="0" dirty="0">
              <a:solidFill>
                <a:srgbClr val="000000"/>
              </a:solidFill>
              <a:highlight>
                <a:srgbClr val="FFFFFF"/>
              </a:highlight>
            </a:endParaRPr>
          </a:p>
        </p:txBody>
      </p:sp>
      <p:sp>
        <p:nvSpPr>
          <p:cNvPr id="6" name="文本框 5">
            <a:extLst>
              <a:ext uri="{FF2B5EF4-FFF2-40B4-BE49-F238E27FC236}">
                <a16:creationId xmlns:a16="http://schemas.microsoft.com/office/drawing/2014/main" id="{A4D2D539-F3E7-BDC5-D435-48337CF86F80}"/>
              </a:ext>
            </a:extLst>
          </p:cNvPr>
          <p:cNvSpPr txBox="1"/>
          <p:nvPr/>
        </p:nvSpPr>
        <p:spPr>
          <a:xfrm>
            <a:off x="3336513" y="5255067"/>
            <a:ext cx="4481258" cy="369332"/>
          </a:xfrm>
          <a:prstGeom prst="rect">
            <a:avLst/>
          </a:prstGeom>
          <a:noFill/>
        </p:spPr>
        <p:txBody>
          <a:bodyPr wrap="square" rtlCol="0">
            <a:spAutoFit/>
          </a:bodyPr>
          <a:lstStyle/>
          <a:p>
            <a:r>
              <a:rPr lang="en-US" altLang="zh-CN">
                <a:solidFill>
                  <a:srgbClr val="FF0000"/>
                </a:solidFill>
              </a:rPr>
              <a:t>Python</a:t>
            </a:r>
            <a:r>
              <a:rPr lang="zh-CN" altLang="en-US">
                <a:solidFill>
                  <a:srgbClr val="FF0000"/>
                </a:solidFill>
              </a:rPr>
              <a:t>解释器抛出报错：</a:t>
            </a:r>
            <a:r>
              <a:rPr lang="en-US" altLang="zh-CN" err="1">
                <a:solidFill>
                  <a:srgbClr val="FF0000"/>
                </a:solidFill>
              </a:rPr>
              <a:t>IndentationError</a:t>
            </a:r>
            <a:endParaRPr lang="zh-CN" altLang="en-US">
              <a:solidFill>
                <a:srgbClr val="FF0000"/>
              </a:solidFill>
            </a:endParaRPr>
          </a:p>
        </p:txBody>
      </p:sp>
      <p:cxnSp>
        <p:nvCxnSpPr>
          <p:cNvPr id="8" name="直接箭头连接符 7">
            <a:extLst>
              <a:ext uri="{FF2B5EF4-FFF2-40B4-BE49-F238E27FC236}">
                <a16:creationId xmlns:a16="http://schemas.microsoft.com/office/drawing/2014/main" id="{47FF6630-5B5B-36AB-FABC-9E2BF476BE87}"/>
              </a:ext>
            </a:extLst>
          </p:cNvPr>
          <p:cNvCxnSpPr>
            <a:cxnSpLocks/>
            <a:endCxn id="6" idx="1"/>
          </p:cNvCxnSpPr>
          <p:nvPr/>
        </p:nvCxnSpPr>
        <p:spPr>
          <a:xfrm flipV="1">
            <a:off x="2603597" y="5439733"/>
            <a:ext cx="732916" cy="26148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818840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05E75-F988-EE09-E0AC-E5B5703D0AB2}"/>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58D733B9-A75D-3B2E-E8EB-6B8E953BE87D}"/>
              </a:ext>
            </a:extLst>
          </p:cNvPr>
          <p:cNvSpPr>
            <a:spLocks noGrp="1"/>
          </p:cNvSpPr>
          <p:nvPr>
            <p:ph idx="1"/>
          </p:nvPr>
        </p:nvSpPr>
        <p:spPr/>
        <p:txBody>
          <a:bodyPr>
            <a:normAutofit/>
          </a:bodyPr>
          <a:lstStyle/>
          <a:p>
            <a:pPr marL="288000" indent="-288000" algn="just">
              <a:lnSpc>
                <a:spcPct val="100000"/>
              </a:lnSpc>
              <a:spcBef>
                <a:spcPts val="600"/>
              </a:spcBef>
            </a:pPr>
            <a:r>
              <a:rPr lang="zh-CN" altLang="en-US" kern="100">
                <a:solidFill>
                  <a:srgbClr val="FF0000"/>
                </a:solidFill>
                <a:cs typeface="Times New Roman" panose="02020603050405020304" pitchFamily="18" charset="0"/>
              </a:rPr>
              <a:t>变量名</a:t>
            </a:r>
            <a:r>
              <a:rPr lang="zh-CN" altLang="en-US" b="1" kern="100">
                <a:cs typeface="Times New Roman" panose="02020603050405020304" pitchFamily="18" charset="0"/>
              </a:rPr>
              <a:t>：</a:t>
            </a:r>
            <a:r>
              <a:rPr lang="zh-CN" altLang="en-US" kern="100">
                <a:cs typeface="Times New Roman" panose="02020603050405020304" pitchFamily="18" charset="0"/>
              </a:rPr>
              <a:t>变量名可以包括字母、数字和下画线，但不可以数字开头</a:t>
            </a:r>
            <a:endParaRPr lang="en-US" altLang="zh-CN" kern="100">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en-US" sz="2000">
                <a:solidFill>
                  <a:srgbClr val="000000"/>
                </a:solidFill>
                <a:cs typeface="Times New Roman" panose="02020603050405020304" pitchFamily="18" charset="0"/>
              </a:rPr>
              <a:t>普通变量名和函数名的单词全部小写，有多个词时用</a:t>
            </a:r>
            <a:r>
              <a:rPr lang="zh-CN" altLang="en-US" sz="2000">
                <a:solidFill>
                  <a:srgbClr val="FF0000"/>
                </a:solidFill>
                <a:cs typeface="Times New Roman" panose="02020603050405020304" pitchFamily="18" charset="0"/>
              </a:rPr>
              <a:t>下画线</a:t>
            </a:r>
            <a:r>
              <a:rPr lang="zh-CN" altLang="en-US" sz="2000">
                <a:solidFill>
                  <a:srgbClr val="000000"/>
                </a:solidFill>
                <a:cs typeface="Times New Roman" panose="02020603050405020304" pitchFamily="18" charset="0"/>
              </a:rPr>
              <a:t>连接，如</a:t>
            </a:r>
            <a:r>
              <a:rPr lang="en-US" altLang="zh-CN" sz="2000" err="1">
                <a:solidFill>
                  <a:srgbClr val="000000"/>
                </a:solidFill>
                <a:cs typeface="Times New Roman" panose="02020603050405020304" pitchFamily="18" charset="0"/>
              </a:rPr>
              <a:t>lowercase_with_underscores</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en-US" sz="2000">
                <a:solidFill>
                  <a:srgbClr val="000000"/>
                </a:solidFill>
                <a:cs typeface="Times New Roman" panose="02020603050405020304" pitchFamily="18" charset="0"/>
              </a:rPr>
              <a:t>类名单词的首字母大写，如</a:t>
            </a:r>
            <a:r>
              <a:rPr lang="en-US" altLang="zh-CN" sz="2000">
                <a:solidFill>
                  <a:srgbClr val="000000"/>
                </a:solidFill>
                <a:cs typeface="Times New Roman" panose="02020603050405020304" pitchFamily="18" charset="0"/>
              </a:rPr>
              <a:t>CamelCase</a:t>
            </a:r>
            <a:r>
              <a:rPr lang="zh-CN" altLang="en-US" sz="2000">
                <a:solidFill>
                  <a:srgbClr val="000000"/>
                </a:solidFill>
                <a:cs typeface="Times New Roman" panose="02020603050405020304" pitchFamily="18" charset="0"/>
              </a:rPr>
              <a:t>。如果类名中有缩写词，则缩写词的所有字母都应大写，如命名成</a:t>
            </a:r>
            <a:r>
              <a:rPr lang="en-US" altLang="zh-CN" sz="2000" err="1">
                <a:solidFill>
                  <a:srgbClr val="000000"/>
                </a:solidFill>
                <a:cs typeface="Times New Roman" panose="02020603050405020304" pitchFamily="18" charset="0"/>
              </a:rPr>
              <a:t>HTTPServerError</a:t>
            </a:r>
            <a:r>
              <a:rPr lang="zh-CN" altLang="en-US" sz="2000">
                <a:solidFill>
                  <a:srgbClr val="000000"/>
                </a:solidFill>
                <a:cs typeface="Times New Roman" panose="02020603050405020304" pitchFamily="18" charset="0"/>
              </a:rPr>
              <a:t>要比</a:t>
            </a:r>
            <a:r>
              <a:rPr lang="en-US" altLang="zh-CN" sz="2000" err="1">
                <a:solidFill>
                  <a:srgbClr val="000000"/>
                </a:solidFill>
                <a:cs typeface="Times New Roman" panose="02020603050405020304" pitchFamily="18" charset="0"/>
              </a:rPr>
              <a:t>HttpServerError</a:t>
            </a:r>
            <a:r>
              <a:rPr lang="zh-CN" altLang="en-US" sz="2000">
                <a:solidFill>
                  <a:srgbClr val="000000"/>
                </a:solidFill>
                <a:cs typeface="Times New Roman" panose="02020603050405020304" pitchFamily="18" charset="0"/>
              </a:rPr>
              <a:t>好</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en-US" sz="2000">
                <a:solidFill>
                  <a:srgbClr val="000000"/>
                </a:solidFill>
                <a:cs typeface="Times New Roman" panose="02020603050405020304" pitchFamily="18" charset="0"/>
              </a:rPr>
              <a:t>定义在模块顶层的常量全部用大写字母拼写，有多个词时用下画线连接，如</a:t>
            </a:r>
            <a:r>
              <a:rPr lang="en-US" altLang="zh-CN" sz="2000">
                <a:solidFill>
                  <a:srgbClr val="000000"/>
                </a:solidFill>
                <a:cs typeface="Times New Roman" panose="02020603050405020304" pitchFamily="18" charset="0"/>
              </a:rPr>
              <a:t>UPPERCASE_WITH_UNDERSCORES </a:t>
            </a:r>
          </a:p>
          <a:p>
            <a:pPr marL="288000" indent="-288000" algn="just">
              <a:lnSpc>
                <a:spcPct val="100000"/>
              </a:lnSpc>
              <a:spcBef>
                <a:spcPts val="600"/>
              </a:spcBef>
            </a:pPr>
            <a:r>
              <a:rPr lang="zh-CN" altLang="en-US" kern="100">
                <a:solidFill>
                  <a:srgbClr val="FF0000"/>
                </a:solidFill>
                <a:cs typeface="Times New Roman" panose="02020603050405020304" pitchFamily="18" charset="0"/>
              </a:rPr>
              <a:t>行长度</a:t>
            </a:r>
            <a:r>
              <a:rPr lang="zh-CN" altLang="en-US" b="1" kern="100">
                <a:cs typeface="Times New Roman" panose="02020603050405020304" pitchFamily="18" charset="0"/>
              </a:rPr>
              <a:t>：</a:t>
            </a:r>
            <a:r>
              <a:rPr lang="zh-CN" altLang="zh-CN" kern="100">
                <a:cs typeface="Times New Roman" panose="02020603050405020304" pitchFamily="18" charset="0"/>
              </a:rPr>
              <a:t>一行不要超过</a:t>
            </a:r>
            <a:r>
              <a:rPr lang="en-US" altLang="zh-CN" kern="100">
                <a:cs typeface="Times New Roman" panose="02020603050405020304" pitchFamily="18" charset="0"/>
              </a:rPr>
              <a:t>79</a:t>
            </a:r>
            <a:r>
              <a:rPr lang="zh-CN" altLang="zh-CN" kern="100">
                <a:cs typeface="Times New Roman" panose="02020603050405020304" pitchFamily="18" charset="0"/>
              </a:rPr>
              <a:t>个字符，这样的代码在小屏显示器上阅读体验更好，还便于在大屏显示器上并排阅读多个代码文件</a:t>
            </a:r>
            <a:r>
              <a:rPr lang="zh-CN" altLang="en-US" kern="100">
                <a:cs typeface="Times New Roman" panose="02020603050405020304" pitchFamily="18" charset="0"/>
              </a:rPr>
              <a:t>，在实践中可适当放宽，在同一个项目中保持一致</a:t>
            </a:r>
            <a:endParaRPr lang="en-US" altLang="zh-CN" kern="100">
              <a:cs typeface="Times New Roman" panose="02020603050405020304" pitchFamily="18" charset="0"/>
            </a:endParaRPr>
          </a:p>
        </p:txBody>
      </p:sp>
      <p:sp>
        <p:nvSpPr>
          <p:cNvPr id="3" name="标题 2">
            <a:extLst>
              <a:ext uri="{FF2B5EF4-FFF2-40B4-BE49-F238E27FC236}">
                <a16:creationId xmlns:a16="http://schemas.microsoft.com/office/drawing/2014/main" id="{66E5E55C-C421-0E0F-3911-06ACE96F073E}"/>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编码规范</a:t>
            </a:r>
          </a:p>
        </p:txBody>
      </p:sp>
    </p:spTree>
    <p:extLst>
      <p:ext uri="{BB962C8B-B14F-4D97-AF65-F5344CB8AC3E}">
        <p14:creationId xmlns:p14="http://schemas.microsoft.com/office/powerpoint/2010/main" val="12755384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02749D3-2F59-4F72-873F-ED391478B64A}"/>
              </a:ext>
            </a:extLst>
          </p:cNvPr>
          <p:cNvSpPr>
            <a:spLocks noGrp="1"/>
          </p:cNvSpPr>
          <p:nvPr>
            <p:ph idx="1"/>
          </p:nvPr>
        </p:nvSpPr>
        <p:spPr/>
        <p:txBody>
          <a:bodyPr>
            <a:normAutofit/>
          </a:bodyPr>
          <a:lstStyle/>
          <a:p>
            <a:pPr marL="288000" indent="-288000" algn="just">
              <a:lnSpc>
                <a:spcPct val="100000"/>
              </a:lnSpc>
              <a:spcBef>
                <a:spcPts val="600"/>
              </a:spcBef>
            </a:pPr>
            <a:r>
              <a:rPr lang="zh-CN" altLang="en-US" kern="100">
                <a:solidFill>
                  <a:srgbClr val="FF0000"/>
                </a:solidFill>
                <a:latin typeface="Times New Roman" panose="02020603050405020304" pitchFamily="18" charset="0"/>
              </a:rPr>
              <a:t>跨行书写</a:t>
            </a:r>
            <a:r>
              <a:rPr lang="zh-CN" altLang="en-US" b="1" kern="100">
                <a:latin typeface="Times New Roman" panose="02020603050405020304" pitchFamily="18" charset="0"/>
              </a:rPr>
              <a:t>：</a:t>
            </a:r>
            <a:r>
              <a:rPr lang="zh-CN" altLang="zh-CN"/>
              <a:t>括号内元素可以跨行书写，这时第二行开头需较第一行多增加一级缩进，或与左括号后一字符垂直对齐</a:t>
            </a:r>
            <a:r>
              <a:rPr lang="zh-CN" altLang="en-US" kern="100">
                <a:latin typeface="Times New Roman" panose="02020603050405020304" pitchFamily="18" charset="0"/>
                <a:cs typeface="Times New Roman" panose="02020603050405020304" pitchFamily="18" charset="0"/>
              </a:rPr>
              <a:t>：</a:t>
            </a: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kern="100">
              <a:latin typeface="Times New Roman" panose="02020603050405020304" pitchFamily="18" charset="0"/>
              <a:cs typeface="Times New Roman" panose="02020603050405020304" pitchFamily="18" charset="0"/>
            </a:endParaRPr>
          </a:p>
          <a:p>
            <a:pPr marL="0" indent="0" algn="just">
              <a:lnSpc>
                <a:spcPct val="100000"/>
              </a:lnSpc>
              <a:spcBef>
                <a:spcPts val="600"/>
              </a:spcBef>
              <a:buNone/>
            </a:pP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r>
              <a:rPr lang="zh-CN" altLang="zh-CN" kern="100">
                <a:latin typeface="Times New Roman" panose="02020603050405020304" pitchFamily="18" charset="0"/>
                <a:cs typeface="Times New Roman" panose="02020603050405020304" pitchFamily="18" charset="0"/>
              </a:rPr>
              <a:t>还可以通过在最后一行加反斜杠的方式进行跨行。例如</a:t>
            </a:r>
            <a:r>
              <a:rPr lang="zh-CN" altLang="en-US" kern="100">
                <a:latin typeface="Times New Roman" panose="02020603050405020304" pitchFamily="18" charset="0"/>
                <a:cs typeface="Times New Roman" panose="02020603050405020304" pitchFamily="18" charset="0"/>
              </a:rPr>
              <a:t>：</a:t>
            </a: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kern="100">
              <a:latin typeface="Times New Roman" panose="02020603050405020304" pitchFamily="18" charset="0"/>
              <a:cs typeface="Times New Roman" panose="02020603050405020304" pitchFamily="18" charset="0"/>
            </a:endParaRPr>
          </a:p>
          <a:p>
            <a:pPr marL="288000" indent="-288000" algn="just">
              <a:lnSpc>
                <a:spcPct val="100000"/>
              </a:lnSpc>
              <a:spcBef>
                <a:spcPts val="600"/>
              </a:spcBef>
            </a:pPr>
            <a:endParaRPr lang="en-US" altLang="zh-CN" kern="100">
              <a:latin typeface="Times New Roman" panose="02020603050405020304" pitchFamily="18" charset="0"/>
              <a:cs typeface="Times New Roman" panose="02020603050405020304" pitchFamily="18" charset="0"/>
            </a:endParaRPr>
          </a:p>
          <a:p>
            <a:pPr marL="0" indent="0" algn="just">
              <a:lnSpc>
                <a:spcPct val="100000"/>
              </a:lnSpc>
              <a:spcBef>
                <a:spcPts val="600"/>
              </a:spcBef>
              <a:buNone/>
            </a:pPr>
            <a:endParaRPr lang="en-US" altLang="zh-CN" b="1" kern="100">
              <a:latin typeface="Times New Roman" panose="02020603050405020304" pitchFamily="18" charset="0"/>
            </a:endParaRPr>
          </a:p>
          <a:p>
            <a:pPr marL="0" indent="0" algn="just">
              <a:lnSpc>
                <a:spcPct val="100000"/>
              </a:lnSpc>
              <a:spcBef>
                <a:spcPts val="600"/>
              </a:spcBef>
              <a:buNone/>
            </a:pPr>
            <a:endParaRPr lang="en-US" altLang="zh-CN" b="1" kern="100">
              <a:latin typeface="Times New Roman" panose="02020603050405020304" pitchFamily="18" charset="0"/>
            </a:endParaRPr>
          </a:p>
          <a:p>
            <a:pPr marL="0" indent="0" algn="just">
              <a:lnSpc>
                <a:spcPct val="100000"/>
              </a:lnSpc>
              <a:spcBef>
                <a:spcPts val="600"/>
              </a:spcBef>
              <a:buNone/>
            </a:pPr>
            <a:endParaRPr lang="en-US" altLang="zh-CN" b="1" kern="100">
              <a:latin typeface="Times New Roman" panose="02020603050405020304" pitchFamily="18" charset="0"/>
            </a:endParaRPr>
          </a:p>
          <a:p>
            <a:pPr marL="0" indent="0" algn="just">
              <a:lnSpc>
                <a:spcPct val="100000"/>
              </a:lnSpc>
              <a:spcBef>
                <a:spcPts val="600"/>
              </a:spcBef>
              <a:buNone/>
            </a:pPr>
            <a:endParaRPr lang="en-US" altLang="zh-CN" b="1" kern="100">
              <a:latin typeface="Times New Roman" panose="02020603050405020304" pitchFamily="18" charset="0"/>
            </a:endParaRPr>
          </a:p>
          <a:p>
            <a:pPr marL="0" indent="0" algn="just">
              <a:lnSpc>
                <a:spcPct val="100000"/>
              </a:lnSpc>
              <a:spcBef>
                <a:spcPts val="600"/>
              </a:spcBef>
              <a:buNone/>
            </a:pPr>
            <a:endParaRPr lang="en-US" altLang="zh-CN" b="1" kern="100">
              <a:latin typeface="Times New Roman" panose="02020603050405020304" pitchFamily="18" charset="0"/>
            </a:endParaRPr>
          </a:p>
          <a:p>
            <a:pPr marL="0" indent="0" algn="just">
              <a:lnSpc>
                <a:spcPct val="100000"/>
              </a:lnSpc>
              <a:spcBef>
                <a:spcPts val="600"/>
              </a:spcBef>
              <a:buNone/>
            </a:pPr>
            <a:endParaRPr lang="en-US" altLang="zh-CN" b="1" kern="100">
              <a:latin typeface="Times New Roman" panose="02020603050405020304" pitchFamily="18" charset="0"/>
            </a:endParaRPr>
          </a:p>
          <a:p>
            <a:pPr marL="0" indent="0" algn="just">
              <a:lnSpc>
                <a:spcPct val="100000"/>
              </a:lnSpc>
              <a:spcBef>
                <a:spcPts val="600"/>
              </a:spcBef>
              <a:buNone/>
            </a:pPr>
            <a:endParaRPr lang="en-US" altLang="zh-CN" b="1" kern="100">
              <a:latin typeface="Times New Roman" panose="02020603050405020304" pitchFamily="18" charset="0"/>
            </a:endParaRPr>
          </a:p>
          <a:p>
            <a:pPr marL="0" indent="0" algn="just">
              <a:lnSpc>
                <a:spcPct val="100000"/>
              </a:lnSpc>
              <a:spcBef>
                <a:spcPts val="600"/>
              </a:spcBef>
              <a:buNone/>
            </a:pPr>
            <a:endParaRPr lang="en-US" altLang="zh-CN" b="1" kern="100">
              <a:latin typeface="Times New Roman" panose="02020603050405020304" pitchFamily="18" charset="0"/>
            </a:endParaRPr>
          </a:p>
        </p:txBody>
      </p:sp>
      <p:sp>
        <p:nvSpPr>
          <p:cNvPr id="3" name="标题 2">
            <a:extLst>
              <a:ext uri="{FF2B5EF4-FFF2-40B4-BE49-F238E27FC236}">
                <a16:creationId xmlns:a16="http://schemas.microsoft.com/office/drawing/2014/main" id="{C5BF08F9-E299-4AD1-88D1-58BFB078BF3B}"/>
              </a:ext>
            </a:extLst>
          </p:cNvPr>
          <p:cNvSpPr>
            <a:spLocks noGrp="1"/>
          </p:cNvSpPr>
          <p:nvPr>
            <p:ph type="title"/>
          </p:nvPr>
        </p:nvSpPr>
        <p:spPr/>
        <p:txBody>
          <a:bodyPr/>
          <a:lstStyle/>
          <a:p>
            <a:r>
              <a:rPr lang="en-US" altLang="zh-CN">
                <a:latin typeface="Times New Roman" panose="02020603050405020304" pitchFamily="18" charset="0"/>
                <a:cs typeface="Times New Roman" panose="02020603050405020304" pitchFamily="18" charset="0"/>
              </a:rPr>
              <a:t>Python</a:t>
            </a:r>
            <a:r>
              <a:rPr lang="zh-CN" altLang="en-US"/>
              <a:t>编码规范</a:t>
            </a:r>
          </a:p>
        </p:txBody>
      </p:sp>
      <p:sp>
        <p:nvSpPr>
          <p:cNvPr id="5" name="矩形 4">
            <a:extLst>
              <a:ext uri="{FF2B5EF4-FFF2-40B4-BE49-F238E27FC236}">
                <a16:creationId xmlns:a16="http://schemas.microsoft.com/office/drawing/2014/main" id="{D7D0832D-0B28-4B1E-A433-B16C79BCFB2C}"/>
              </a:ext>
            </a:extLst>
          </p:cNvPr>
          <p:cNvSpPr/>
          <p:nvPr/>
        </p:nvSpPr>
        <p:spPr>
          <a:xfrm>
            <a:off x="541605" y="1928639"/>
            <a:ext cx="8345609" cy="2800767"/>
          </a:xfrm>
          <a:prstGeom prst="rect">
            <a:avLst/>
          </a:prstGeom>
        </p:spPr>
        <p:txBody>
          <a:bodyPr wrap="square">
            <a:spAutoFit/>
          </a:bodyPr>
          <a:lstStyle/>
          <a:p>
            <a:r>
              <a:rPr lang="en-US" altLang="zh-CN" sz="1600" b="1">
                <a:solidFill>
                  <a:srgbClr val="0000FF"/>
                </a:solidFill>
                <a:highlight>
                  <a:srgbClr val="FFFFFF"/>
                </a:highlight>
                <a:latin typeface="Courier New" panose="02070309020205020404" pitchFamily="49" charset="0"/>
                <a:cs typeface="Courier New" panose="02070309020205020404" pitchFamily="49" charset="0"/>
              </a:rPr>
              <a:t>def</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FF00FF"/>
                </a:solidFill>
                <a:highlight>
                  <a:srgbClr val="FFFFFF"/>
                </a:highlight>
                <a:latin typeface="Courier New" panose="02070309020205020404" pitchFamily="49" charset="0"/>
                <a:cs typeface="Courier New" panose="02070309020205020404" pitchFamily="49" charset="0"/>
              </a:rPr>
              <a:t>long_function_name</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var_one</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var_two</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var_three</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var_four</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b="1">
                <a:solidFill>
                  <a:srgbClr val="0000FF"/>
                </a:solidFill>
                <a:highlight>
                  <a:srgbClr val="FFFFFF"/>
                </a:highlight>
                <a:latin typeface="Courier New" panose="02070309020205020404" pitchFamily="49" charset="0"/>
                <a:cs typeface="Courier New" panose="02070309020205020404" pitchFamily="49" charset="0"/>
              </a:rPr>
              <a:t>print</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var_one</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endParaRPr lang="zh-CN" altLang="en-US"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foo </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long_function_name</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var_one</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var_two</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var_three</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var_four</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endParaRPr lang="zh-CN" altLang="en-US"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b="1">
                <a:solidFill>
                  <a:srgbClr val="0000FF"/>
                </a:solidFill>
                <a:highlight>
                  <a:srgbClr val="FFFFFF"/>
                </a:highlight>
                <a:latin typeface="Courier New" panose="02070309020205020404" pitchFamily="49" charset="0"/>
                <a:cs typeface="Courier New" panose="02070309020205020404" pitchFamily="49" charset="0"/>
              </a:rPr>
              <a:t>if</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this_is_one_thing</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b="1">
                <a:solidFill>
                  <a:srgbClr val="0000FF"/>
                </a:solidFill>
                <a:highlight>
                  <a:srgbClr val="FFFFFF"/>
                </a:highlight>
                <a:latin typeface="Courier New" panose="02070309020205020404" pitchFamily="49" charset="0"/>
                <a:cs typeface="Courier New" panose="02070309020205020404" pitchFamily="49" charset="0"/>
              </a:rPr>
              <a:t>and</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that_is_another_thing</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err="1">
                <a:solidFill>
                  <a:srgbClr val="000000"/>
                </a:solidFill>
                <a:highlight>
                  <a:srgbClr val="FFFFFF"/>
                </a:highlight>
                <a:latin typeface="Courier New" panose="02070309020205020404" pitchFamily="49" charset="0"/>
                <a:cs typeface="Courier New" panose="02070309020205020404" pitchFamily="49" charset="0"/>
              </a:rPr>
              <a:t>do_something</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p>
        </p:txBody>
      </p:sp>
      <p:sp>
        <p:nvSpPr>
          <p:cNvPr id="6" name="矩形 5">
            <a:extLst>
              <a:ext uri="{FF2B5EF4-FFF2-40B4-BE49-F238E27FC236}">
                <a16:creationId xmlns:a16="http://schemas.microsoft.com/office/drawing/2014/main" id="{7C911C6E-6561-414E-A7A0-F30959F45C73}"/>
              </a:ext>
            </a:extLst>
          </p:cNvPr>
          <p:cNvSpPr/>
          <p:nvPr/>
        </p:nvSpPr>
        <p:spPr>
          <a:xfrm>
            <a:off x="541604" y="5026382"/>
            <a:ext cx="8345609" cy="861774"/>
          </a:xfrm>
          <a:prstGeom prst="rect">
            <a:avLst/>
          </a:prstGeom>
        </p:spPr>
        <p:txBody>
          <a:bodyPr wrap="square">
            <a:spAutoFit/>
          </a:bodyPr>
          <a:lstStyle/>
          <a:p>
            <a:r>
              <a:rPr lang="en-US" altLang="zh-CN" sz="1600" b="1">
                <a:solidFill>
                  <a:srgbClr val="0000FF"/>
                </a:solidFill>
                <a:highlight>
                  <a:srgbClr val="FFFFFF"/>
                </a:highlight>
                <a:latin typeface="Courier New" panose="02070309020205020404" pitchFamily="49" charset="0"/>
                <a:cs typeface="Courier New" panose="02070309020205020404" pitchFamily="49" charset="0"/>
              </a:rPr>
              <a:t>with</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open</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808080"/>
                </a:solidFill>
                <a:highlight>
                  <a:srgbClr val="FFFFFF"/>
                </a:highlight>
                <a:latin typeface="Courier New" panose="02070309020205020404" pitchFamily="49" charset="0"/>
                <a:cs typeface="Courier New" panose="02070309020205020404" pitchFamily="49" charset="0"/>
              </a:rPr>
              <a:t>'/path/to/some/file/you/want/to/read'</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b="1">
                <a:solidFill>
                  <a:srgbClr val="0000FF"/>
                </a:solidFill>
                <a:highlight>
                  <a:srgbClr val="FFFFFF"/>
                </a:highlight>
                <a:latin typeface="Courier New" panose="02070309020205020404" pitchFamily="49" charset="0"/>
                <a:cs typeface="Courier New" panose="02070309020205020404" pitchFamily="49" charset="0"/>
              </a:rPr>
              <a:t>as</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file_1</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    open</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808080"/>
                </a:solidFill>
                <a:highlight>
                  <a:srgbClr val="FFFFFF"/>
                </a:highlight>
                <a:latin typeface="Courier New" panose="02070309020205020404" pitchFamily="49" charset="0"/>
                <a:cs typeface="Courier New" panose="02070309020205020404" pitchFamily="49" charset="0"/>
              </a:rPr>
              <a:t>'/path/to/some/file/being/written'</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a:solidFill>
                  <a:srgbClr val="808080"/>
                </a:solidFill>
                <a:highlight>
                  <a:srgbClr val="FFFFFF"/>
                </a:highlight>
                <a:latin typeface="Courier New" panose="02070309020205020404" pitchFamily="49" charset="0"/>
                <a:cs typeface="Courier New" panose="02070309020205020404" pitchFamily="49" charset="0"/>
              </a:rPr>
              <a:t>'w'</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b="1">
                <a:solidFill>
                  <a:srgbClr val="0000FF"/>
                </a:solidFill>
                <a:highlight>
                  <a:srgbClr val="FFFFFF"/>
                </a:highlight>
                <a:latin typeface="Courier New" panose="02070309020205020404" pitchFamily="49" charset="0"/>
                <a:cs typeface="Courier New" panose="02070309020205020404" pitchFamily="49" charset="0"/>
              </a:rPr>
              <a:t>as</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file_2</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   file_2</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write</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file_1</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read</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zh-CN" altLang="en-US" sz="36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402330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02749D3-2F59-4F72-873F-ED391478B64A}"/>
              </a:ext>
            </a:extLst>
          </p:cNvPr>
          <p:cNvSpPr>
            <a:spLocks noGrp="1"/>
          </p:cNvSpPr>
          <p:nvPr>
            <p:ph idx="1"/>
          </p:nvPr>
        </p:nvSpPr>
        <p:spPr/>
        <p:txBody>
          <a:bodyPr>
            <a:normAutofit/>
          </a:bodyPr>
          <a:lstStyle/>
          <a:p>
            <a:pPr marL="288000" indent="-288000" algn="just">
              <a:lnSpc>
                <a:spcPct val="100000"/>
              </a:lnSpc>
              <a:spcBef>
                <a:spcPts val="600"/>
              </a:spcBef>
            </a:pPr>
            <a:r>
              <a:rPr lang="zh-CN" altLang="zh-CN">
                <a:solidFill>
                  <a:srgbClr val="FF0000"/>
                </a:solidFill>
              </a:rPr>
              <a:t>空格</a:t>
            </a:r>
            <a:r>
              <a:rPr lang="zh-CN" altLang="en-US" b="1" kern="100">
                <a:latin typeface="Times New Roman" panose="02020603050405020304" pitchFamily="18" charset="0"/>
              </a:rPr>
              <a:t>：</a:t>
            </a:r>
            <a:r>
              <a:rPr lang="zh-CN" altLang="zh-CN"/>
              <a:t>对用于分隔列表元素、函数参数等的逗号，在其后要加一个空格</a:t>
            </a:r>
            <a:endParaRPr lang="en-US" altLang="zh-CN"/>
          </a:p>
          <a:p>
            <a:pPr marL="720000" lvl="1" indent="-288000" defTabSz="914400" eaLnBrk="0" fontAlgn="base" hangingPunct="0">
              <a:lnSpc>
                <a:spcPct val="100000"/>
              </a:lnSpc>
              <a:spcBef>
                <a:spcPts val="600"/>
              </a:spcBef>
              <a:spcAft>
                <a:spcPct val="0"/>
              </a:spcAft>
              <a:buFontTx/>
              <a:buChar char="–"/>
            </a:pPr>
            <a:r>
              <a:rPr lang="zh-CN" altLang="zh-CN" sz="2000">
                <a:solidFill>
                  <a:srgbClr val="000000"/>
                </a:solidFill>
                <a:latin typeface="Times New Roman" panose="02020603050405020304" pitchFamily="18" charset="0"/>
                <a:cs typeface="Times New Roman" panose="02020603050405020304" pitchFamily="18" charset="0"/>
              </a:rPr>
              <a:t>对一般的运算符，在其左右都要加一个空格，如赋值运算</a:t>
            </a:r>
            <a:r>
              <a:rPr lang="en-US" altLang="zh-CN" sz="2000">
                <a:solidFill>
                  <a:srgbClr val="000000"/>
                </a:solidFill>
                <a:latin typeface="Times New Roman" panose="02020603050405020304" pitchFamily="18" charset="0"/>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、比较运算</a:t>
            </a:r>
            <a:r>
              <a:rPr lang="en-US" altLang="zh-CN" sz="2000">
                <a:solidFill>
                  <a:srgbClr val="000000"/>
                </a:solidFill>
                <a:latin typeface="Times New Roman" panose="02020603050405020304" pitchFamily="18" charset="0"/>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&lt;</a:t>
            </a:r>
            <a:r>
              <a:rPr lang="zh-CN"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&gt;</a:t>
            </a:r>
            <a:r>
              <a:rPr lang="zh-CN"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a:t>
            </a:r>
            <a:r>
              <a:rPr lang="zh-CN"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&lt;=</a:t>
            </a:r>
            <a:r>
              <a:rPr lang="zh-CN"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&gt;=)</a:t>
            </a:r>
            <a:r>
              <a:rPr lang="zh-CN" altLang="zh-CN" sz="2000">
                <a:solidFill>
                  <a:srgbClr val="000000"/>
                </a:solidFill>
                <a:latin typeface="Times New Roman" panose="02020603050405020304" pitchFamily="18" charset="0"/>
                <a:cs typeface="Times New Roman" panose="02020603050405020304" pitchFamily="18" charset="0"/>
              </a:rPr>
              <a:t>、测试运算</a:t>
            </a:r>
            <a:r>
              <a:rPr lang="en-US" altLang="zh-CN" sz="2000">
                <a:solidFill>
                  <a:srgbClr val="000000"/>
                </a:solidFill>
                <a:latin typeface="Times New Roman" panose="02020603050405020304" pitchFamily="18" charset="0"/>
                <a:cs typeface="Times New Roman" panose="02020603050405020304" pitchFamily="18" charset="0"/>
              </a:rPr>
              <a:t>(in</a:t>
            </a:r>
            <a:r>
              <a:rPr lang="zh-CN"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is)</a:t>
            </a:r>
            <a:r>
              <a:rPr lang="zh-CN" altLang="zh-CN" sz="2000">
                <a:solidFill>
                  <a:srgbClr val="000000"/>
                </a:solidFill>
                <a:latin typeface="Times New Roman" panose="02020603050405020304" pitchFamily="18" charset="0"/>
                <a:cs typeface="Times New Roman" panose="02020603050405020304" pitchFamily="18" charset="0"/>
              </a:rPr>
              <a:t>、逻辑运算</a:t>
            </a:r>
            <a:r>
              <a:rPr lang="en-US" altLang="zh-CN" sz="2000">
                <a:solidFill>
                  <a:srgbClr val="000000"/>
                </a:solidFill>
                <a:latin typeface="Times New Roman" panose="02020603050405020304" pitchFamily="18" charset="0"/>
                <a:cs typeface="Times New Roman" panose="02020603050405020304" pitchFamily="18" charset="0"/>
              </a:rPr>
              <a:t>(and</a:t>
            </a:r>
            <a:r>
              <a:rPr lang="zh-CN"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or</a:t>
            </a:r>
            <a:r>
              <a:rPr lang="zh-CN" altLang="zh-CN"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not)</a:t>
            </a:r>
            <a:r>
              <a:rPr lang="zh-CN" altLang="zh-CN" sz="2000">
                <a:solidFill>
                  <a:srgbClr val="000000"/>
                </a:solidFill>
                <a:latin typeface="Times New Roman" panose="02020603050405020304" pitchFamily="18" charset="0"/>
                <a:cs typeface="Times New Roman" panose="02020603050405020304" pitchFamily="18" charset="0"/>
              </a:rPr>
              <a:t>等</a:t>
            </a:r>
            <a:endParaRPr lang="en-US" altLang="zh-CN" sz="2000">
              <a:solidFill>
                <a:srgbClr val="000000"/>
              </a:solidFill>
              <a:latin typeface="Times New Roman" panose="02020603050405020304" pitchFamily="18" charset="0"/>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zh-CN" sz="2000">
                <a:solidFill>
                  <a:srgbClr val="000000"/>
                </a:solidFill>
                <a:latin typeface="Times New Roman" panose="02020603050405020304" pitchFamily="18" charset="0"/>
                <a:cs typeface="Times New Roman" panose="02020603050405020304" pitchFamily="18" charset="0"/>
              </a:rPr>
              <a:t>对用于指示函数关键字参数或默认参数值的等号</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zh-CN" sz="2000">
                <a:solidFill>
                  <a:srgbClr val="000000"/>
                </a:solidFill>
                <a:latin typeface="Times New Roman" panose="02020603050405020304" pitchFamily="18" charset="0"/>
                <a:cs typeface="Times New Roman" panose="02020603050405020304" pitchFamily="18" charset="0"/>
              </a:rPr>
              <a:t>不要在其两侧使用空格</a:t>
            </a:r>
            <a:endParaRPr lang="en-US" altLang="zh-CN" sz="2000">
              <a:solidFill>
                <a:srgbClr val="000000"/>
              </a:solidFill>
              <a:latin typeface="Times New Roman" panose="02020603050405020304" pitchFamily="18" charset="0"/>
              <a:cs typeface="Times New Roman" panose="02020603050405020304" pitchFamily="18" charset="0"/>
            </a:endParaRPr>
          </a:p>
          <a:p>
            <a:pPr marL="720000" lvl="1" indent="-288000" defTabSz="914400" eaLnBrk="0" fontAlgn="base" hangingPunct="0">
              <a:lnSpc>
                <a:spcPct val="100000"/>
              </a:lnSpc>
              <a:spcBef>
                <a:spcPts val="600"/>
              </a:spcBef>
              <a:spcAft>
                <a:spcPct val="0"/>
              </a:spcAft>
              <a:buFontTx/>
              <a:buChar char="–"/>
            </a:pPr>
            <a:r>
              <a:rPr lang="zh-CN" altLang="zh-CN" sz="2000">
                <a:solidFill>
                  <a:srgbClr val="000000"/>
                </a:solidFill>
                <a:latin typeface="Times New Roman" panose="02020603050405020304" pitchFamily="18" charset="0"/>
                <a:cs typeface="Times New Roman" panose="02020603050405020304" pitchFamily="18" charset="0"/>
              </a:rPr>
              <a:t>当优先级不同的多个运算符一起使用时，要为优先级最低的运算符加上空格</a:t>
            </a:r>
            <a:endParaRPr lang="en-US" altLang="zh-CN" sz="2000">
              <a:solidFill>
                <a:srgbClr val="000000"/>
              </a:solidFill>
              <a:latin typeface="Times New Roman" panose="02020603050405020304" pitchFamily="18" charset="0"/>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t>例如：</a:t>
            </a:r>
            <a:endParaRPr lang="en-US" altLang="zh-CN" sz="2400"/>
          </a:p>
        </p:txBody>
      </p:sp>
      <p:sp>
        <p:nvSpPr>
          <p:cNvPr id="3" name="标题 2">
            <a:extLst>
              <a:ext uri="{FF2B5EF4-FFF2-40B4-BE49-F238E27FC236}">
                <a16:creationId xmlns:a16="http://schemas.microsoft.com/office/drawing/2014/main" id="{C5BF08F9-E299-4AD1-88D1-58BFB078BF3B}"/>
              </a:ext>
            </a:extLst>
          </p:cNvPr>
          <p:cNvSpPr>
            <a:spLocks noGrp="1"/>
          </p:cNvSpPr>
          <p:nvPr>
            <p:ph type="title"/>
          </p:nvPr>
        </p:nvSpPr>
        <p:spPr/>
        <p:txBody>
          <a:bodyPr/>
          <a:lstStyle/>
          <a:p>
            <a:r>
              <a:rPr lang="en-US" altLang="zh-CN">
                <a:latin typeface="Times New Roman" panose="02020603050405020304" pitchFamily="18" charset="0"/>
                <a:cs typeface="Times New Roman" panose="02020603050405020304" pitchFamily="18" charset="0"/>
              </a:rPr>
              <a:t>Python</a:t>
            </a:r>
            <a:r>
              <a:rPr lang="zh-CN" altLang="en-US"/>
              <a:t>编码规范</a:t>
            </a:r>
          </a:p>
        </p:txBody>
      </p:sp>
      <p:sp>
        <p:nvSpPr>
          <p:cNvPr id="4" name="矩形 3">
            <a:extLst>
              <a:ext uri="{FF2B5EF4-FFF2-40B4-BE49-F238E27FC236}">
                <a16:creationId xmlns:a16="http://schemas.microsoft.com/office/drawing/2014/main" id="{396E7178-E9DD-4D48-8372-679A191A47B0}"/>
              </a:ext>
            </a:extLst>
          </p:cNvPr>
          <p:cNvSpPr/>
          <p:nvPr/>
        </p:nvSpPr>
        <p:spPr>
          <a:xfrm>
            <a:off x="540000" y="4839439"/>
            <a:ext cx="8183828" cy="861774"/>
          </a:xfrm>
          <a:prstGeom prst="rect">
            <a:avLst/>
          </a:prstGeom>
        </p:spPr>
        <p:txBody>
          <a:bodyPr wrap="square">
            <a:spAutoFit/>
          </a:bodyPr>
          <a:lstStyle/>
          <a:p>
            <a:r>
              <a:rPr lang="pt-BR" altLang="zh-CN" sz="1600">
                <a:solidFill>
                  <a:srgbClr val="000000"/>
                </a:solidFill>
                <a:highlight>
                  <a:srgbClr val="FFFFFF"/>
                </a:highlight>
                <a:latin typeface="Courier New" panose="02070309020205020404" pitchFamily="49" charset="0"/>
                <a:cs typeface="Courier New" panose="02070309020205020404" pitchFamily="49" charset="0"/>
              </a:rPr>
              <a:t>c </a:t>
            </a:r>
            <a:r>
              <a:rPr lang="pt-BR"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pt-BR" altLang="zh-CN" sz="1600">
                <a:solidFill>
                  <a:srgbClr val="000000"/>
                </a:solidFill>
                <a:highlight>
                  <a:srgbClr val="FFFFFF"/>
                </a:highlight>
                <a:latin typeface="Courier New" panose="02070309020205020404" pitchFamily="49" charset="0"/>
                <a:cs typeface="Courier New" panose="02070309020205020404" pitchFamily="49" charset="0"/>
              </a:rPr>
              <a:t> </a:t>
            </a:r>
            <a:r>
              <a:rPr lang="pt-BR"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pt-BR" altLang="zh-CN" sz="1600">
                <a:solidFill>
                  <a:srgbClr val="000000"/>
                </a:solidFill>
                <a:highlight>
                  <a:srgbClr val="FFFFFF"/>
                </a:highlight>
                <a:latin typeface="Courier New" panose="02070309020205020404" pitchFamily="49" charset="0"/>
                <a:cs typeface="Courier New" panose="02070309020205020404" pitchFamily="49" charset="0"/>
              </a:rPr>
              <a:t>a </a:t>
            </a:r>
            <a:r>
              <a:rPr lang="pt-BR"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pt-BR" altLang="zh-CN" sz="1600">
                <a:solidFill>
                  <a:srgbClr val="000000"/>
                </a:solidFill>
                <a:highlight>
                  <a:srgbClr val="FFFFFF"/>
                </a:highlight>
                <a:latin typeface="Courier New" panose="02070309020205020404" pitchFamily="49" charset="0"/>
                <a:cs typeface="Courier New" panose="02070309020205020404" pitchFamily="49" charset="0"/>
              </a:rPr>
              <a:t> b</a:t>
            </a:r>
            <a:r>
              <a:rPr lang="pt-BR"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pt-BR" altLang="zh-CN" sz="1600">
                <a:solidFill>
                  <a:srgbClr val="000000"/>
                </a:solidFill>
                <a:highlight>
                  <a:srgbClr val="FFFFFF"/>
                </a:highlight>
                <a:latin typeface="Courier New" panose="02070309020205020404" pitchFamily="49" charset="0"/>
                <a:cs typeface="Courier New" panose="02070309020205020404" pitchFamily="49" charset="0"/>
              </a:rPr>
              <a:t> </a:t>
            </a:r>
            <a:r>
              <a:rPr lang="pt-BR"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pt-BR" altLang="zh-CN" sz="1600">
                <a:solidFill>
                  <a:srgbClr val="000000"/>
                </a:solidFill>
                <a:highlight>
                  <a:srgbClr val="FFFFFF"/>
                </a:highlight>
                <a:latin typeface="Courier New" panose="02070309020205020404" pitchFamily="49" charset="0"/>
                <a:cs typeface="Courier New" panose="02070309020205020404" pitchFamily="49" charset="0"/>
              </a:rPr>
              <a:t> </a:t>
            </a:r>
            <a:r>
              <a:rPr lang="pt-BR"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pt-BR" altLang="zh-CN" sz="1600">
                <a:solidFill>
                  <a:srgbClr val="000000"/>
                </a:solidFill>
                <a:highlight>
                  <a:srgbClr val="FFFFFF"/>
                </a:highlight>
                <a:latin typeface="Courier New" panose="02070309020205020404" pitchFamily="49" charset="0"/>
                <a:cs typeface="Courier New" panose="02070309020205020404" pitchFamily="49" charset="0"/>
              </a:rPr>
              <a:t>a </a:t>
            </a:r>
            <a:r>
              <a:rPr lang="pt-BR"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pt-BR" altLang="zh-CN" sz="1600">
                <a:solidFill>
                  <a:srgbClr val="000000"/>
                </a:solidFill>
                <a:highlight>
                  <a:srgbClr val="FFFFFF"/>
                </a:highlight>
                <a:latin typeface="Courier New" panose="02070309020205020404" pitchFamily="49" charset="0"/>
                <a:cs typeface="Courier New" panose="02070309020205020404" pitchFamily="49" charset="0"/>
              </a:rPr>
              <a:t> b</a:t>
            </a:r>
            <a:r>
              <a:rPr lang="pt-BR" altLang="zh-CN" sz="1600" b="1">
                <a:solidFill>
                  <a:srgbClr val="000080"/>
                </a:solidFill>
                <a:highlight>
                  <a:srgbClr val="FFFFFF"/>
                </a:highlight>
                <a:latin typeface="Courier New" panose="02070309020205020404" pitchFamily="49" charset="0"/>
                <a:cs typeface="Courier New" panose="02070309020205020404" pitchFamily="49" charset="0"/>
              </a:rPr>
              <a:t>)</a:t>
            </a:r>
            <a:endParaRPr lang="pt-BR"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n-US" altLang="zh-CN" sz="1600">
                <a:solidFill>
                  <a:srgbClr val="000000"/>
                </a:solidFill>
                <a:highlight>
                  <a:srgbClr val="FFFFFF"/>
                </a:highlight>
                <a:latin typeface="Courier New" panose="02070309020205020404" pitchFamily="49" charset="0"/>
                <a:cs typeface="Courier New" panose="02070309020205020404" pitchFamily="49" charset="0"/>
              </a:rPr>
              <a:t>x </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x</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FF0000"/>
                </a:solidFill>
                <a:highlight>
                  <a:srgbClr val="FFFFFF"/>
                </a:highlight>
                <a:latin typeface="Courier New" panose="02070309020205020404" pitchFamily="49" charset="0"/>
                <a:cs typeface="Courier New" panose="02070309020205020404" pitchFamily="49" charset="0"/>
              </a:rPr>
              <a:t>2</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n-US" altLang="zh-CN" sz="1600">
                <a:solidFill>
                  <a:srgbClr val="000000"/>
                </a:solidFill>
                <a:highlight>
                  <a:srgbClr val="FFFFFF"/>
                </a:highlight>
                <a:latin typeface="Courier New" panose="02070309020205020404" pitchFamily="49" charset="0"/>
                <a:cs typeface="Courier New" panose="02070309020205020404" pitchFamily="49" charset="0"/>
              </a:rPr>
              <a:t> </a:t>
            </a:r>
            <a:r>
              <a:rPr lang="en-US" altLang="zh-CN" sz="1600">
                <a:solidFill>
                  <a:srgbClr val="FF0000"/>
                </a:solidFill>
                <a:highlight>
                  <a:srgbClr val="FFFFFF"/>
                </a:highlight>
                <a:latin typeface="Courier New" panose="02070309020205020404" pitchFamily="49" charset="0"/>
                <a:cs typeface="Courier New" panose="02070309020205020404" pitchFamily="49" charset="0"/>
              </a:rPr>
              <a:t>1</a:t>
            </a:r>
            <a:endParaRPr lang="en-US" altLang="zh-CN" sz="1600">
              <a:solidFill>
                <a:srgbClr val="000000"/>
              </a:solidFill>
              <a:highlight>
                <a:srgbClr val="FFFFFF"/>
              </a:highlight>
              <a:latin typeface="Courier New" panose="02070309020205020404" pitchFamily="49" charset="0"/>
              <a:cs typeface="Courier New" panose="02070309020205020404" pitchFamily="49" charset="0"/>
            </a:endParaRPr>
          </a:p>
          <a:p>
            <a:r>
              <a:rPr lang="es-ES" altLang="zh-CN" sz="1600">
                <a:solidFill>
                  <a:srgbClr val="000000"/>
                </a:solidFill>
                <a:highlight>
                  <a:srgbClr val="FFFFFF"/>
                </a:highlight>
                <a:latin typeface="Courier New" panose="02070309020205020404" pitchFamily="49" charset="0"/>
                <a:cs typeface="Courier New" panose="02070309020205020404" pitchFamily="49" charset="0"/>
              </a:rPr>
              <a:t>z </a:t>
            </a:r>
            <a:r>
              <a:rPr lang="es-E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s-ES" altLang="zh-CN" sz="1600">
                <a:solidFill>
                  <a:srgbClr val="000000"/>
                </a:solidFill>
                <a:highlight>
                  <a:srgbClr val="FFFFFF"/>
                </a:highlight>
                <a:latin typeface="Courier New" panose="02070309020205020404" pitchFamily="49" charset="0"/>
                <a:cs typeface="Courier New" panose="02070309020205020404" pitchFamily="49" charset="0"/>
              </a:rPr>
              <a:t> x</a:t>
            </a:r>
            <a:r>
              <a:rPr lang="es-E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s-ES" altLang="zh-CN" sz="1600">
                <a:solidFill>
                  <a:srgbClr val="000000"/>
                </a:solidFill>
                <a:highlight>
                  <a:srgbClr val="FFFFFF"/>
                </a:highlight>
                <a:latin typeface="Courier New" panose="02070309020205020404" pitchFamily="49" charset="0"/>
                <a:cs typeface="Courier New" panose="02070309020205020404" pitchFamily="49" charset="0"/>
              </a:rPr>
              <a:t>x </a:t>
            </a:r>
            <a:r>
              <a:rPr lang="es-E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s-ES" altLang="zh-CN" sz="1600">
                <a:solidFill>
                  <a:srgbClr val="000000"/>
                </a:solidFill>
                <a:highlight>
                  <a:srgbClr val="FFFFFF"/>
                </a:highlight>
                <a:latin typeface="Courier New" panose="02070309020205020404" pitchFamily="49" charset="0"/>
                <a:cs typeface="Courier New" panose="02070309020205020404" pitchFamily="49" charset="0"/>
              </a:rPr>
              <a:t> y</a:t>
            </a:r>
            <a:r>
              <a:rPr lang="es-ES" altLang="zh-CN" sz="1600" b="1">
                <a:solidFill>
                  <a:srgbClr val="000080"/>
                </a:solidFill>
                <a:highlight>
                  <a:srgbClr val="FFFFFF"/>
                </a:highlight>
                <a:latin typeface="Courier New" panose="02070309020205020404" pitchFamily="49" charset="0"/>
                <a:cs typeface="Courier New" panose="02070309020205020404" pitchFamily="49" charset="0"/>
              </a:rPr>
              <a:t>*</a:t>
            </a:r>
            <a:r>
              <a:rPr lang="es-ES" altLang="zh-CN" sz="1600">
                <a:solidFill>
                  <a:srgbClr val="000000"/>
                </a:solidFill>
                <a:highlight>
                  <a:srgbClr val="FFFFFF"/>
                </a:highlight>
                <a:latin typeface="Courier New" panose="02070309020205020404" pitchFamily="49" charset="0"/>
                <a:cs typeface="Courier New" panose="02070309020205020404" pitchFamily="49" charset="0"/>
              </a:rPr>
              <a:t>y</a:t>
            </a:r>
            <a:endParaRPr lang="zh-CN" altLang="en-US" sz="16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304717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02749D3-2F59-4F72-873F-ED391478B64A}"/>
              </a:ext>
            </a:extLst>
          </p:cNvPr>
          <p:cNvSpPr>
            <a:spLocks noGrp="1"/>
          </p:cNvSpPr>
          <p:nvPr>
            <p:ph idx="1"/>
          </p:nvPr>
        </p:nvSpPr>
        <p:spPr/>
        <p:txBody>
          <a:bodyPr>
            <a:normAutofit lnSpcReduction="10000"/>
          </a:bodyPr>
          <a:lstStyle/>
          <a:p>
            <a:pPr marL="288000" indent="-288000" algn="just">
              <a:lnSpc>
                <a:spcPct val="100000"/>
              </a:lnSpc>
              <a:spcBef>
                <a:spcPts val="600"/>
              </a:spcBef>
            </a:pPr>
            <a:r>
              <a:rPr lang="zh-CN" altLang="zh-CN">
                <a:solidFill>
                  <a:srgbClr val="FF0000"/>
                </a:solidFill>
                <a:cs typeface="Times New Roman" panose="02020603050405020304" pitchFamily="18" charset="0"/>
              </a:rPr>
              <a:t>空</a:t>
            </a:r>
            <a:r>
              <a:rPr lang="zh-CN" altLang="en-US">
                <a:solidFill>
                  <a:srgbClr val="FF0000"/>
                </a:solidFill>
                <a:cs typeface="Times New Roman" panose="02020603050405020304" pitchFamily="18" charset="0"/>
              </a:rPr>
              <a:t>行</a:t>
            </a:r>
            <a:r>
              <a:rPr lang="zh-CN" altLang="en-US" b="1" kern="100">
                <a:cs typeface="Times New Roman" panose="02020603050405020304" pitchFamily="18" charset="0"/>
              </a:rPr>
              <a:t>：</a:t>
            </a:r>
            <a:r>
              <a:rPr lang="zh-CN" altLang="zh-CN">
                <a:cs typeface="Times New Roman" panose="02020603050405020304" pitchFamily="18" charset="0"/>
              </a:rPr>
              <a:t>在源程序文件顶层定义的类与类、函数与函数、类与函数之间要空两行</a:t>
            </a:r>
            <a:endParaRPr lang="en-US" altLang="zh-CN">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zh-CN" sz="2000">
                <a:solidFill>
                  <a:srgbClr val="000000"/>
                </a:solidFill>
                <a:cs typeface="Times New Roman" panose="02020603050405020304" pitchFamily="18" charset="0"/>
              </a:rPr>
              <a:t>类成员函数之间空一行</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zh-CN" sz="2000">
                <a:solidFill>
                  <a:srgbClr val="000000"/>
                </a:solidFill>
                <a:cs typeface="Times New Roman" panose="02020603050405020304" pitchFamily="18" charset="0"/>
              </a:rPr>
              <a:t>函数体内可适当使用空行以表示不同的逻辑段落</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zh-CN" sz="2000">
                <a:solidFill>
                  <a:srgbClr val="000000"/>
                </a:solidFill>
                <a:cs typeface="Times New Roman" panose="02020603050405020304" pitchFamily="18" charset="0"/>
              </a:rPr>
              <a:t>谨慎地使用额外的空行来标识一组相关的函数</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zh-CN" sz="2000">
                <a:solidFill>
                  <a:srgbClr val="000000"/>
                </a:solidFill>
                <a:cs typeface="Times New Roman" panose="02020603050405020304" pitchFamily="18" charset="0"/>
              </a:rPr>
              <a:t>一组相关的单行代码之间的空行可以省略</a:t>
            </a:r>
            <a:endParaRPr lang="en-US" altLang="zh-CN" sz="20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FF0000"/>
                </a:solidFill>
                <a:cs typeface="Times New Roman" panose="02020603050405020304" pitchFamily="18" charset="0"/>
              </a:rPr>
              <a:t>模块导入</a:t>
            </a:r>
            <a:r>
              <a:rPr lang="zh-CN" altLang="en-US" sz="2400" b="1">
                <a:cs typeface="Times New Roman" panose="02020603050405020304" pitchFamily="18" charset="0"/>
              </a:rPr>
              <a:t>：</a:t>
            </a:r>
            <a:r>
              <a:rPr lang="zh-CN" altLang="en-US" sz="2400">
                <a:cs typeface="Times New Roman" panose="02020603050405020304" pitchFamily="18" charset="0"/>
              </a:rPr>
              <a:t>一个</a:t>
            </a:r>
            <a:r>
              <a:rPr lang="en-US" altLang="zh-CN" sz="2400">
                <a:cs typeface="Times New Roman" panose="02020603050405020304" pitchFamily="18" charset="0"/>
              </a:rPr>
              <a:t>import</a:t>
            </a:r>
            <a:r>
              <a:rPr lang="zh-CN" altLang="en-US" sz="2400">
                <a:cs typeface="Times New Roman" panose="02020603050405020304" pitchFamily="18" charset="0"/>
              </a:rPr>
              <a:t>语句只导入一个模块，但在一个</a:t>
            </a:r>
            <a:r>
              <a:rPr lang="en-US" altLang="zh-CN" sz="2400">
                <a:cs typeface="Times New Roman" panose="02020603050405020304" pitchFamily="18" charset="0"/>
              </a:rPr>
              <a:t>from … import</a:t>
            </a:r>
            <a:r>
              <a:rPr lang="zh-CN" altLang="en-US" sz="2400">
                <a:cs typeface="Times New Roman" panose="02020603050405020304" pitchFamily="18" charset="0"/>
              </a:rPr>
              <a:t>语句中可以同时导入多个对象</a:t>
            </a:r>
            <a:endParaRPr lang="en-US" altLang="zh-CN" sz="2400">
              <a:cs typeface="Times New Roman" panose="02020603050405020304" pitchFamily="18" charset="0"/>
            </a:endParaRPr>
          </a:p>
          <a:p>
            <a:pPr marL="720000" lvl="1" indent="-288000" defTabSz="914400" eaLnBrk="0" fontAlgn="base" hangingPunct="0">
              <a:lnSpc>
                <a:spcPct val="120000"/>
              </a:lnSpc>
              <a:spcBef>
                <a:spcPts val="600"/>
              </a:spcBef>
              <a:spcAft>
                <a:spcPct val="0"/>
              </a:spcAft>
              <a:buFontTx/>
              <a:buChar char="–"/>
            </a:pPr>
            <a:r>
              <a:rPr lang="zh-CN" altLang="en-US" sz="2000">
                <a:solidFill>
                  <a:srgbClr val="000000"/>
                </a:solidFill>
                <a:cs typeface="Times New Roman" panose="02020603050405020304" pitchFamily="18" charset="0"/>
              </a:rPr>
              <a:t>慎用</a:t>
            </a:r>
            <a:r>
              <a:rPr lang="en-US" altLang="zh-CN" sz="2000">
                <a:solidFill>
                  <a:srgbClr val="000000"/>
                </a:solidFill>
                <a:cs typeface="Times New Roman" panose="02020603050405020304" pitchFamily="18" charset="0"/>
              </a:rPr>
              <a:t>from … import *</a:t>
            </a:r>
            <a:r>
              <a:rPr lang="zh-CN" altLang="en-US" sz="2000">
                <a:solidFill>
                  <a:srgbClr val="000000"/>
                </a:solidFill>
                <a:cs typeface="Times New Roman" panose="02020603050405020304" pitchFamily="18" charset="0"/>
              </a:rPr>
              <a:t>语句进行全导入</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20000"/>
              </a:lnSpc>
              <a:spcBef>
                <a:spcPts val="600"/>
              </a:spcBef>
              <a:spcAft>
                <a:spcPct val="0"/>
              </a:spcAft>
              <a:buFontTx/>
              <a:buChar char="–"/>
            </a:pPr>
            <a:r>
              <a:rPr lang="zh-CN" altLang="en-US" sz="2000">
                <a:solidFill>
                  <a:srgbClr val="000000"/>
                </a:solidFill>
                <a:cs typeface="Times New Roman" panose="02020603050405020304" pitchFamily="18" charset="0"/>
              </a:rPr>
              <a:t>将</a:t>
            </a:r>
            <a:r>
              <a:rPr lang="en-US" altLang="zh-CN" sz="2000">
                <a:solidFill>
                  <a:srgbClr val="000000"/>
                </a:solidFill>
                <a:cs typeface="Times New Roman" panose="02020603050405020304" pitchFamily="18" charset="0"/>
              </a:rPr>
              <a:t>import</a:t>
            </a:r>
            <a:r>
              <a:rPr lang="zh-CN" altLang="en-US" sz="2000">
                <a:solidFill>
                  <a:srgbClr val="000000"/>
                </a:solidFill>
                <a:cs typeface="Times New Roman" panose="02020603050405020304" pitchFamily="18" charset="0"/>
              </a:rPr>
              <a:t>语句放置在模块文件的头部，在模块的注释和文档字符串</a:t>
            </a:r>
            <a:r>
              <a:rPr lang="en-US" altLang="zh-CN" sz="2000">
                <a:solidFill>
                  <a:srgbClr val="000000"/>
                </a:solidFill>
                <a:cs typeface="Times New Roman" panose="02020603050405020304" pitchFamily="18" charset="0"/>
              </a:rPr>
              <a:t>(</a:t>
            </a:r>
            <a:r>
              <a:rPr lang="zh-CN" altLang="en-US" sz="2000">
                <a:solidFill>
                  <a:srgbClr val="000000"/>
                </a:solidFill>
                <a:cs typeface="Times New Roman" panose="02020603050405020304" pitchFamily="18" charset="0"/>
              </a:rPr>
              <a:t>如果有</a:t>
            </a:r>
            <a:r>
              <a:rPr lang="en-US" altLang="zh-CN" sz="2000">
                <a:solidFill>
                  <a:srgbClr val="000000"/>
                </a:solidFill>
                <a:cs typeface="Times New Roman" panose="02020603050405020304" pitchFamily="18" charset="0"/>
              </a:rPr>
              <a:t>)</a:t>
            </a:r>
            <a:r>
              <a:rPr lang="zh-CN" altLang="en-US" sz="2000">
                <a:solidFill>
                  <a:srgbClr val="000000"/>
                </a:solidFill>
                <a:cs typeface="Times New Roman" panose="02020603050405020304" pitchFamily="18" charset="0"/>
              </a:rPr>
              <a:t>之后，在模块的全局变量和常量</a:t>
            </a:r>
            <a:r>
              <a:rPr lang="en-US" altLang="zh-CN" sz="2000">
                <a:solidFill>
                  <a:srgbClr val="000000"/>
                </a:solidFill>
                <a:cs typeface="Times New Roman" panose="02020603050405020304" pitchFamily="18" charset="0"/>
              </a:rPr>
              <a:t>(</a:t>
            </a:r>
            <a:r>
              <a:rPr lang="zh-CN" altLang="en-US" sz="2000">
                <a:solidFill>
                  <a:srgbClr val="000000"/>
                </a:solidFill>
                <a:cs typeface="Times New Roman" panose="02020603050405020304" pitchFamily="18" charset="0"/>
              </a:rPr>
              <a:t>如果有</a:t>
            </a:r>
            <a:r>
              <a:rPr lang="en-US" altLang="zh-CN" sz="2000">
                <a:solidFill>
                  <a:srgbClr val="000000"/>
                </a:solidFill>
                <a:cs typeface="Times New Roman" panose="02020603050405020304" pitchFamily="18" charset="0"/>
              </a:rPr>
              <a:t>)</a:t>
            </a:r>
            <a:r>
              <a:rPr lang="zh-CN" altLang="en-US" sz="2000">
                <a:solidFill>
                  <a:srgbClr val="000000"/>
                </a:solidFill>
                <a:cs typeface="Times New Roman" panose="02020603050405020304" pitchFamily="18" charset="0"/>
              </a:rPr>
              <a:t>之前</a:t>
            </a:r>
            <a:endParaRPr lang="en-US" altLang="zh-CN" sz="2000">
              <a:solidFill>
                <a:srgbClr val="000000"/>
              </a:solidFill>
              <a:cs typeface="Times New Roman" panose="02020603050405020304" pitchFamily="18" charset="0"/>
            </a:endParaRPr>
          </a:p>
          <a:p>
            <a:pPr marL="720000" lvl="1" indent="-288000" defTabSz="914400" eaLnBrk="0" fontAlgn="base" hangingPunct="0">
              <a:lnSpc>
                <a:spcPct val="120000"/>
              </a:lnSpc>
              <a:spcBef>
                <a:spcPts val="600"/>
              </a:spcBef>
              <a:spcAft>
                <a:spcPct val="0"/>
              </a:spcAft>
              <a:buFontTx/>
              <a:buChar char="–"/>
            </a:pPr>
            <a:r>
              <a:rPr lang="zh-CN" altLang="en-US" sz="2000">
                <a:solidFill>
                  <a:srgbClr val="000000"/>
                </a:solidFill>
                <a:cs typeface="Times New Roman" panose="02020603050405020304" pitchFamily="18" charset="0"/>
              </a:rPr>
              <a:t>多个</a:t>
            </a:r>
            <a:r>
              <a:rPr lang="en-US" altLang="zh-CN" sz="2000">
                <a:solidFill>
                  <a:srgbClr val="000000"/>
                </a:solidFill>
                <a:cs typeface="Times New Roman" panose="02020603050405020304" pitchFamily="18" charset="0"/>
              </a:rPr>
              <a:t>import</a:t>
            </a:r>
            <a:r>
              <a:rPr lang="zh-CN" altLang="en-US" sz="2000">
                <a:solidFill>
                  <a:srgbClr val="000000"/>
                </a:solidFill>
                <a:cs typeface="Times New Roman" panose="02020603050405020304" pitchFamily="18" charset="0"/>
              </a:rPr>
              <a:t>语句按照从最通用到最不通用的顺序排列，即首先导入标准库模块，然后导入第三方库模块，最后导入本地模块，在这三组导入之间使用空行进行分隔</a:t>
            </a:r>
            <a:endParaRPr lang="en-US" altLang="zh-CN" sz="20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C5BF08F9-E299-4AD1-88D1-58BFB078BF3B}"/>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编码规范</a:t>
            </a:r>
          </a:p>
        </p:txBody>
      </p:sp>
    </p:spTree>
    <p:extLst>
      <p:ext uri="{BB962C8B-B14F-4D97-AF65-F5344CB8AC3E}">
        <p14:creationId xmlns:p14="http://schemas.microsoft.com/office/powerpoint/2010/main" val="33013906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02749D3-2F59-4F72-873F-ED391478B64A}"/>
              </a:ext>
            </a:extLst>
          </p:cNvPr>
          <p:cNvSpPr>
            <a:spLocks noGrp="1"/>
          </p:cNvSpPr>
          <p:nvPr>
            <p:ph idx="1"/>
          </p:nvPr>
        </p:nvSpPr>
        <p:spPr/>
        <p:txBody>
          <a:bodyPr>
            <a:normAutofit/>
          </a:bodyPr>
          <a:lstStyle/>
          <a:p>
            <a:pPr marL="288000" indent="-288000" algn="just">
              <a:lnSpc>
                <a:spcPct val="100000"/>
              </a:lnSpc>
              <a:spcBef>
                <a:spcPts val="600"/>
              </a:spcBef>
            </a:pPr>
            <a:r>
              <a:rPr lang="zh-CN" altLang="en-US" kern="100">
                <a:solidFill>
                  <a:srgbClr val="FF0000"/>
                </a:solidFill>
                <a:cs typeface="Times New Roman" panose="02020603050405020304" pitchFamily="18" charset="0"/>
              </a:rPr>
              <a:t>注释：</a:t>
            </a:r>
            <a:r>
              <a:rPr lang="en-US" altLang="zh-CN">
                <a:cs typeface="Times New Roman" panose="02020603050405020304" pitchFamily="18" charset="0"/>
              </a:rPr>
              <a:t>Python</a:t>
            </a:r>
            <a:r>
              <a:rPr lang="zh-CN" altLang="zh-CN">
                <a:cs typeface="Times New Roman" panose="02020603050405020304" pitchFamily="18" charset="0"/>
              </a:rPr>
              <a:t>中的注释有单行注释和多行注释</a:t>
            </a:r>
            <a:endParaRPr lang="en-US" altLang="zh-CN">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zh-CN" sz="2100">
                <a:solidFill>
                  <a:srgbClr val="000000"/>
                </a:solidFill>
                <a:cs typeface="Times New Roman" panose="02020603050405020304" pitchFamily="18" charset="0"/>
              </a:rPr>
              <a:t>单行注释以符号“</a:t>
            </a:r>
            <a:r>
              <a:rPr lang="en-US" altLang="zh-CN" sz="2100">
                <a:solidFill>
                  <a:srgbClr val="000000"/>
                </a:solidFill>
                <a:cs typeface="Times New Roman" panose="02020603050405020304" pitchFamily="18" charset="0"/>
              </a:rPr>
              <a:t>#</a:t>
            </a:r>
            <a:r>
              <a:rPr lang="zh-CN" altLang="zh-CN" sz="2100">
                <a:solidFill>
                  <a:srgbClr val="000000"/>
                </a:solidFill>
                <a:cs typeface="Times New Roman" panose="02020603050405020304" pitchFamily="18" charset="0"/>
              </a:rPr>
              <a:t>”开头，多行注释用三个单引号“</a:t>
            </a:r>
            <a:r>
              <a:rPr lang="en-US" altLang="zh-CN" sz="2100">
                <a:solidFill>
                  <a:srgbClr val="000000"/>
                </a:solidFill>
                <a:cs typeface="Times New Roman" panose="02020603050405020304" pitchFamily="18" charset="0"/>
              </a:rPr>
              <a:t>' ' '</a:t>
            </a:r>
            <a:r>
              <a:rPr lang="zh-CN" altLang="zh-CN" sz="2100">
                <a:solidFill>
                  <a:srgbClr val="000000"/>
                </a:solidFill>
                <a:cs typeface="Times New Roman" panose="02020603050405020304" pitchFamily="18" charset="0"/>
              </a:rPr>
              <a:t>”或者三个双引号“</a:t>
            </a:r>
            <a:r>
              <a:rPr lang="en-US" altLang="zh-CN" sz="2100">
                <a:solidFill>
                  <a:srgbClr val="000000"/>
                </a:solidFill>
                <a:cs typeface="Times New Roman" panose="02020603050405020304" pitchFamily="18" charset="0"/>
              </a:rPr>
              <a:t>'' '' ''</a:t>
            </a:r>
            <a:r>
              <a:rPr lang="zh-CN" altLang="zh-CN" sz="2100">
                <a:solidFill>
                  <a:srgbClr val="000000"/>
                </a:solidFill>
                <a:cs typeface="Times New Roman" panose="02020603050405020304" pitchFamily="18" charset="0"/>
              </a:rPr>
              <a:t>”括起来</a:t>
            </a:r>
            <a:endParaRPr lang="en-US" altLang="zh-CN" sz="2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en-US" altLang="zh-CN" sz="2100">
                <a:solidFill>
                  <a:srgbClr val="000000"/>
                </a:solidFill>
                <a:cs typeface="Times New Roman" panose="02020603050405020304" pitchFamily="18" charset="0"/>
              </a:rPr>
              <a:t>Python</a:t>
            </a:r>
            <a:r>
              <a:rPr lang="zh-CN" altLang="zh-CN" sz="2100">
                <a:solidFill>
                  <a:srgbClr val="000000"/>
                </a:solidFill>
                <a:cs typeface="Times New Roman" panose="02020603050405020304" pitchFamily="18" charset="0"/>
              </a:rPr>
              <a:t>还有文档字符串</a:t>
            </a:r>
            <a:r>
              <a:rPr lang="en-US" altLang="zh-CN" sz="2100">
                <a:solidFill>
                  <a:srgbClr val="000000"/>
                </a:solidFill>
                <a:cs typeface="Times New Roman" panose="02020603050405020304" pitchFamily="18" charset="0"/>
              </a:rPr>
              <a:t>(docstring)</a:t>
            </a:r>
            <a:r>
              <a:rPr lang="zh-CN" altLang="zh-CN" sz="2100">
                <a:solidFill>
                  <a:srgbClr val="000000"/>
                </a:solidFill>
                <a:cs typeface="Times New Roman" panose="02020603050405020304" pitchFamily="18" charset="0"/>
              </a:rPr>
              <a:t>，它出现在函数体及类定义的首行，采用多行注释，其中第一行为对象用途的简短摘要，第二行为空行，从第三行开始是详细的描述</a:t>
            </a:r>
            <a:endParaRPr lang="en-US" altLang="zh-CN" sz="2100">
              <a:solidFill>
                <a:srgbClr val="000000"/>
              </a:solidFill>
              <a:cs typeface="Times New Roman" panose="02020603050405020304" pitchFamily="18" charset="0"/>
            </a:endParaRPr>
          </a:p>
          <a:p>
            <a:pPr marL="720000" lvl="1" indent="-288000" defTabSz="914400" eaLnBrk="0" fontAlgn="base" hangingPunct="0">
              <a:lnSpc>
                <a:spcPct val="110000"/>
              </a:lnSpc>
              <a:spcBef>
                <a:spcPts val="600"/>
              </a:spcBef>
              <a:spcAft>
                <a:spcPct val="0"/>
              </a:spcAft>
              <a:buFontTx/>
              <a:buChar char="–"/>
            </a:pPr>
            <a:r>
              <a:rPr lang="zh-CN" altLang="zh-CN" sz="2100">
                <a:solidFill>
                  <a:srgbClr val="000000"/>
                </a:solidFill>
                <a:cs typeface="Times New Roman" panose="02020603050405020304" pitchFamily="18" charset="0"/>
              </a:rPr>
              <a:t>文档字符串的内容可以通过对象的</a:t>
            </a:r>
            <a:r>
              <a:rPr lang="en-US" altLang="zh-CN" sz="2100">
                <a:solidFill>
                  <a:srgbClr val="000000"/>
                </a:solidFill>
                <a:cs typeface="Times New Roman" panose="02020603050405020304" pitchFamily="18" charset="0"/>
              </a:rPr>
              <a:t>__doc__</a:t>
            </a:r>
            <a:r>
              <a:rPr lang="zh-CN" altLang="zh-CN" sz="2100">
                <a:solidFill>
                  <a:srgbClr val="000000"/>
                </a:solidFill>
                <a:cs typeface="Times New Roman" panose="02020603050405020304" pitchFamily="18" charset="0"/>
              </a:rPr>
              <a:t>属性被自动提取，文档生成器</a:t>
            </a:r>
            <a:r>
              <a:rPr lang="en-US" altLang="zh-CN" sz="2100" err="1">
                <a:solidFill>
                  <a:srgbClr val="000000"/>
                </a:solidFill>
                <a:cs typeface="Times New Roman" panose="02020603050405020304" pitchFamily="18" charset="0"/>
              </a:rPr>
              <a:t>pydoc</a:t>
            </a:r>
            <a:r>
              <a:rPr lang="zh-CN" altLang="zh-CN" sz="2100">
                <a:solidFill>
                  <a:srgbClr val="000000"/>
                </a:solidFill>
                <a:cs typeface="Times New Roman" panose="02020603050405020304" pitchFamily="18" charset="0"/>
              </a:rPr>
              <a:t>也需要依赖文档字符串来工作</a:t>
            </a:r>
            <a:endParaRPr lang="en-US" altLang="zh-CN" sz="2100">
              <a:solidFill>
                <a:srgbClr val="000000"/>
              </a:solidFill>
              <a:cs typeface="Times New Roman" panose="02020603050405020304" pitchFamily="18" charset="0"/>
            </a:endParaRPr>
          </a:p>
          <a:p>
            <a:pPr marL="432000" lvl="1" indent="0" defTabSz="914400" eaLnBrk="0" fontAlgn="base" hangingPunct="0">
              <a:lnSpc>
                <a:spcPct val="110000"/>
              </a:lnSpc>
              <a:spcBef>
                <a:spcPts val="600"/>
              </a:spcBef>
              <a:spcAft>
                <a:spcPct val="0"/>
              </a:spcAft>
              <a:buNone/>
            </a:pPr>
            <a:endParaRPr lang="en-US" altLang="zh-CN" sz="21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C5BF08F9-E299-4AD1-88D1-58BFB078BF3B}"/>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编码规范</a:t>
            </a:r>
          </a:p>
        </p:txBody>
      </p:sp>
      <p:sp>
        <p:nvSpPr>
          <p:cNvPr id="5" name="文本框 4">
            <a:extLst>
              <a:ext uri="{FF2B5EF4-FFF2-40B4-BE49-F238E27FC236}">
                <a16:creationId xmlns:a16="http://schemas.microsoft.com/office/drawing/2014/main" id="{6CCAC5AB-C9DE-71E4-DA97-BEC03600B05F}"/>
              </a:ext>
            </a:extLst>
          </p:cNvPr>
          <p:cNvSpPr txBox="1"/>
          <p:nvPr/>
        </p:nvSpPr>
        <p:spPr>
          <a:xfrm>
            <a:off x="837618" y="4305418"/>
            <a:ext cx="8049596" cy="2308324"/>
          </a:xfrm>
          <a:prstGeom prst="rect">
            <a:avLst/>
          </a:prstGeom>
          <a:noFill/>
        </p:spPr>
        <p:txBody>
          <a:bodyPr wrap="square" rtlCol="0">
            <a:spAutoFit/>
          </a:bodyPr>
          <a:lstStyle/>
          <a:p>
            <a:r>
              <a:rPr lang="en-US" altLang="zh-CN" sz="1800">
                <a:solidFill>
                  <a:srgbClr val="008000"/>
                </a:solidFill>
                <a:highlight>
                  <a:srgbClr val="FFFFFF"/>
                </a:highlight>
              </a:rPr>
              <a:t># </a:t>
            </a:r>
            <a:r>
              <a:rPr lang="zh-CN" altLang="en-US" sz="1800">
                <a:solidFill>
                  <a:srgbClr val="008000"/>
                </a:solidFill>
                <a:highlight>
                  <a:srgbClr val="FFFFFF"/>
                </a:highlight>
              </a:rPr>
              <a:t>这是一个单行注释</a:t>
            </a:r>
            <a:endParaRPr lang="zh-CN" altLang="en-US" sz="1800">
              <a:solidFill>
                <a:srgbClr val="000000"/>
              </a:solidFill>
              <a:highlight>
                <a:srgbClr val="FFFFFF"/>
              </a:highlight>
            </a:endParaRPr>
          </a:p>
          <a:p>
            <a:r>
              <a:rPr lang="en-US" altLang="zh-CN" sz="1800" b="1">
                <a:solidFill>
                  <a:srgbClr val="880088"/>
                </a:solidFill>
                <a:highlight>
                  <a:srgbClr val="FFFFFF"/>
                </a:highlight>
              </a:rPr>
              <a:t>print</a:t>
            </a:r>
            <a:r>
              <a:rPr lang="en-US" altLang="zh-CN" sz="1800" b="1">
                <a:solidFill>
                  <a:srgbClr val="000080"/>
                </a:solidFill>
                <a:highlight>
                  <a:srgbClr val="FFFFFF"/>
                </a:highlight>
              </a:rPr>
              <a:t>(</a:t>
            </a:r>
            <a:r>
              <a:rPr lang="en-US" altLang="zh-CN" sz="1800" b="0">
                <a:solidFill>
                  <a:srgbClr val="808080"/>
                </a:solidFill>
                <a:highlight>
                  <a:srgbClr val="FFFFFF"/>
                </a:highlight>
              </a:rPr>
              <a:t>"Hello, World!"</a:t>
            </a:r>
            <a:r>
              <a:rPr lang="en-US" altLang="zh-CN" sz="1800" b="1">
                <a:solidFill>
                  <a:srgbClr val="000080"/>
                </a:solidFill>
                <a:highlight>
                  <a:srgbClr val="FFFFFF"/>
                </a:highlight>
              </a:rPr>
              <a:t>)</a:t>
            </a:r>
            <a:endParaRPr lang="en-US" altLang="zh-CN" sz="1800" b="0">
              <a:solidFill>
                <a:srgbClr val="000000"/>
              </a:solidFill>
              <a:highlight>
                <a:srgbClr val="FFFFFF"/>
              </a:highlight>
            </a:endParaRPr>
          </a:p>
          <a:p>
            <a:endParaRPr lang="zh-CN" altLang="en-US" sz="1800" b="0">
              <a:solidFill>
                <a:srgbClr val="000000"/>
              </a:solidFill>
              <a:highlight>
                <a:srgbClr val="FFFFFF"/>
              </a:highlight>
            </a:endParaRPr>
          </a:p>
          <a:p>
            <a:r>
              <a:rPr lang="en-US" altLang="zh-CN" sz="1800" b="0">
                <a:solidFill>
                  <a:srgbClr val="FF8000"/>
                </a:solidFill>
                <a:highlight>
                  <a:srgbClr val="FFFFFF"/>
                </a:highlight>
              </a:rPr>
              <a:t>'''</a:t>
            </a:r>
          </a:p>
          <a:p>
            <a:r>
              <a:rPr lang="zh-CN" altLang="en-US" sz="1800" b="0">
                <a:solidFill>
                  <a:srgbClr val="FF8000"/>
                </a:solidFill>
                <a:highlight>
                  <a:srgbClr val="FFFFFF"/>
                </a:highlight>
              </a:rPr>
              <a:t>这是一个多行注释</a:t>
            </a:r>
          </a:p>
          <a:p>
            <a:r>
              <a:rPr lang="zh-CN" altLang="en-US" sz="1800" b="0">
                <a:solidFill>
                  <a:srgbClr val="FF8000"/>
                </a:solidFill>
                <a:highlight>
                  <a:srgbClr val="FFFFFF"/>
                </a:highlight>
              </a:rPr>
              <a:t>它可以用于解释多行代码</a:t>
            </a:r>
          </a:p>
          <a:p>
            <a:r>
              <a:rPr lang="en-US" altLang="zh-CN" sz="1800" b="0">
                <a:solidFill>
                  <a:srgbClr val="FF8000"/>
                </a:solidFill>
                <a:highlight>
                  <a:srgbClr val="FFFFFF"/>
                </a:highlight>
              </a:rPr>
              <a:t>'''</a:t>
            </a:r>
            <a:endParaRPr lang="zh-CN" altLang="en-US" sz="1800" b="0">
              <a:solidFill>
                <a:srgbClr val="000000"/>
              </a:solidFill>
              <a:highlight>
                <a:srgbClr val="FFFFFF"/>
              </a:highlight>
            </a:endParaRPr>
          </a:p>
          <a:p>
            <a:r>
              <a:rPr lang="en-US" altLang="zh-CN" sz="1800" b="1">
                <a:solidFill>
                  <a:srgbClr val="880088"/>
                </a:solidFill>
                <a:highlight>
                  <a:srgbClr val="FFFFFF"/>
                </a:highlight>
              </a:rPr>
              <a:t>print</a:t>
            </a:r>
            <a:r>
              <a:rPr lang="en-US" altLang="zh-CN" sz="1800" b="1">
                <a:solidFill>
                  <a:srgbClr val="000080"/>
                </a:solidFill>
                <a:highlight>
                  <a:srgbClr val="FFFFFF"/>
                </a:highlight>
              </a:rPr>
              <a:t>(</a:t>
            </a:r>
            <a:r>
              <a:rPr lang="en-US" altLang="zh-CN" sz="1800" b="0">
                <a:solidFill>
                  <a:srgbClr val="808080"/>
                </a:solidFill>
                <a:highlight>
                  <a:srgbClr val="FFFFFF"/>
                </a:highlight>
              </a:rPr>
              <a:t>"Hello, Python!"</a:t>
            </a:r>
            <a:r>
              <a:rPr lang="en-US" altLang="zh-CN" sz="1800" b="1">
                <a:solidFill>
                  <a:srgbClr val="000080"/>
                </a:solidFill>
                <a:highlight>
                  <a:srgbClr val="FFFFFF"/>
                </a:highlight>
              </a:rPr>
              <a:t>)</a:t>
            </a:r>
            <a:endParaRPr lang="zh-CN" altLang="en-US"/>
          </a:p>
        </p:txBody>
      </p:sp>
    </p:spTree>
    <p:extLst>
      <p:ext uri="{BB962C8B-B14F-4D97-AF65-F5344CB8AC3E}">
        <p14:creationId xmlns:p14="http://schemas.microsoft.com/office/powerpoint/2010/main" val="25422578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2C90F-066C-42BF-CC95-7E2A80C09474}"/>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F06B5E1-8FE6-2440-2E95-43D01799A429}"/>
              </a:ext>
            </a:extLst>
          </p:cNvPr>
          <p:cNvSpPr>
            <a:spLocks noGrp="1"/>
          </p:cNvSpPr>
          <p:nvPr>
            <p:ph idx="1"/>
          </p:nvPr>
        </p:nvSpPr>
        <p:spPr/>
        <p:txBody>
          <a:bodyPr>
            <a:normAutofit/>
          </a:bodyPr>
          <a:lstStyle/>
          <a:p>
            <a:pPr marL="342900" lvl="1" indent="-342900" algn="just" fontAlgn="base">
              <a:spcAft>
                <a:spcPct val="0"/>
              </a:spcAft>
            </a:pPr>
            <a:r>
              <a:rPr lang="zh-CN" altLang="en-US" sz="2400">
                <a:solidFill>
                  <a:srgbClr val="FF0000"/>
                </a:solidFill>
                <a:cs typeface="Times New Roman" panose="02020603050405020304" pitchFamily="18" charset="0"/>
              </a:rPr>
              <a:t>源程序文件的编码：</a:t>
            </a:r>
            <a:r>
              <a:rPr lang="zh-CN" altLang="en-US" sz="2400">
                <a:cs typeface="Times New Roman" panose="02020603050405020304" pitchFamily="18" charset="0"/>
              </a:rPr>
              <a:t>在编写</a:t>
            </a:r>
            <a:r>
              <a:rPr lang="en-US" altLang="zh-CN" sz="2400">
                <a:cs typeface="Times New Roman" panose="02020603050405020304" pitchFamily="18" charset="0"/>
              </a:rPr>
              <a:t>Python 3</a:t>
            </a:r>
            <a:r>
              <a:rPr lang="zh-CN" altLang="en-US" sz="2400">
                <a:cs typeface="Times New Roman" panose="02020603050405020304" pitchFamily="18" charset="0"/>
              </a:rPr>
              <a:t>的源代码时使用其默认的</a:t>
            </a:r>
            <a:r>
              <a:rPr lang="en-US" altLang="zh-CN" sz="2400">
                <a:cs typeface="Times New Roman" panose="02020603050405020304" pitchFamily="18" charset="0"/>
              </a:rPr>
              <a:t>UTF-8</a:t>
            </a:r>
            <a:r>
              <a:rPr lang="zh-CN" altLang="en-US" sz="2400">
                <a:cs typeface="Times New Roman" panose="02020603050405020304" pitchFamily="18" charset="0"/>
              </a:rPr>
              <a:t>编码</a:t>
            </a:r>
            <a:endParaRPr lang="en-US" altLang="zh-CN" sz="2400">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以上仅简要列出了</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编码规范中的部分重要内容，更多内容详见</a:t>
            </a:r>
            <a:r>
              <a:rPr lang="en-US" altLang="zh-CN" sz="2400">
                <a:solidFill>
                  <a:srgbClr val="000000"/>
                </a:solidFill>
                <a:cs typeface="Times New Roman" panose="02020603050405020304" pitchFamily="18" charset="0"/>
              </a:rPr>
              <a:t>PEP-8</a:t>
            </a:r>
            <a:r>
              <a:rPr lang="zh-CN" altLang="en-US" sz="2400">
                <a:solidFill>
                  <a:srgbClr val="000000"/>
                </a:solidFill>
                <a:cs typeface="Times New Roman" panose="02020603050405020304" pitchFamily="18" charset="0"/>
              </a:rPr>
              <a:t>文档，对于已存在的历史项目，还是应尽量遵循其已有的规范，不要为了机械地遵守</a:t>
            </a:r>
            <a:r>
              <a:rPr lang="en-US" altLang="zh-CN" sz="2400">
                <a:solidFill>
                  <a:srgbClr val="000000"/>
                </a:solidFill>
                <a:cs typeface="Times New Roman" panose="02020603050405020304" pitchFamily="18" charset="0"/>
              </a:rPr>
              <a:t>PEP-8</a:t>
            </a:r>
            <a:r>
              <a:rPr lang="zh-CN" altLang="en-US" sz="2400">
                <a:solidFill>
                  <a:srgbClr val="000000"/>
                </a:solidFill>
                <a:cs typeface="Times New Roman" panose="02020603050405020304" pitchFamily="18" charset="0"/>
              </a:rPr>
              <a:t>而破坏了其代码风格的一致性</a:t>
            </a:r>
            <a:endParaRPr lang="en-US" altLang="zh-CN" sz="24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1162D6E0-E9E0-641B-D145-F1456AAAC380}"/>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t>编码规范</a:t>
            </a:r>
          </a:p>
        </p:txBody>
      </p:sp>
    </p:spTree>
    <p:extLst>
      <p:ext uri="{BB962C8B-B14F-4D97-AF65-F5344CB8AC3E}">
        <p14:creationId xmlns:p14="http://schemas.microsoft.com/office/powerpoint/2010/main" val="137683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A4940-AE9F-44BE-A0E7-01A78F0FC220}"/>
              </a:ext>
            </a:extLst>
          </p:cNvPr>
          <p:cNvSpPr>
            <a:spLocks noGrp="1"/>
          </p:cNvSpPr>
          <p:nvPr>
            <p:ph type="title"/>
          </p:nvPr>
        </p:nvSpPr>
        <p:spPr>
          <a:xfrm>
            <a:off x="252000" y="1709739"/>
            <a:ext cx="8627166" cy="2852737"/>
          </a:xfrm>
        </p:spPr>
        <p:txBody>
          <a:bodyPr/>
          <a:lstStyle/>
          <a:p>
            <a:pPr algn="ctr"/>
            <a:r>
              <a:rPr lang="en-US" altLang="zh-CN">
                <a:cs typeface="Times New Roman" panose="02020603050405020304" pitchFamily="18" charset="0"/>
              </a:rPr>
              <a:t>Python</a:t>
            </a:r>
            <a:r>
              <a:rPr lang="zh-CN" altLang="en-US">
                <a:cs typeface="Times New Roman" panose="02020603050405020304" pitchFamily="18" charset="0"/>
              </a:rPr>
              <a:t>脚本示例</a:t>
            </a:r>
            <a:endParaRPr lang="zh-CN" altLang="en-US"/>
          </a:p>
        </p:txBody>
      </p:sp>
      <p:sp>
        <p:nvSpPr>
          <p:cNvPr id="3" name="文本占位符 2">
            <a:extLst>
              <a:ext uri="{FF2B5EF4-FFF2-40B4-BE49-F238E27FC236}">
                <a16:creationId xmlns:a16="http://schemas.microsoft.com/office/drawing/2014/main" id="{4D72AFC0-9E8B-43DD-97E3-170D97DEBD85}"/>
              </a:ext>
            </a:extLst>
          </p:cNvPr>
          <p:cNvSpPr>
            <a:spLocks noGrp="1"/>
          </p:cNvSpPr>
          <p:nvPr>
            <p:ph type="body" idx="1"/>
          </p:nvPr>
        </p:nvSpPr>
        <p:spPr>
          <a:xfrm>
            <a:off x="252000" y="4589464"/>
            <a:ext cx="8627166" cy="1500187"/>
          </a:xfrm>
        </p:spPr>
        <p:txBody>
          <a:bodyPr>
            <a:normAutofit/>
          </a:bodyPr>
          <a:lstStyle/>
          <a:p>
            <a:pPr algn="ctr"/>
            <a:r>
              <a:rPr lang="en-US" altLang="zh-CN" sz="2400"/>
              <a:t>script</a:t>
            </a:r>
            <a:endParaRPr lang="zh-CN" altLang="en-US" sz="2400"/>
          </a:p>
        </p:txBody>
      </p:sp>
    </p:spTree>
    <p:extLst>
      <p:ext uri="{BB962C8B-B14F-4D97-AF65-F5344CB8AC3E}">
        <p14:creationId xmlns:p14="http://schemas.microsoft.com/office/powerpoint/2010/main" val="783789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F5DB2CE-451C-4B4B-BAD0-4FF522B82806}"/>
              </a:ext>
            </a:extLst>
          </p:cNvPr>
          <p:cNvSpPr>
            <a:spLocks noGrp="1"/>
          </p:cNvSpPr>
          <p:nvPr>
            <p:ph idx="1"/>
          </p:nvPr>
        </p:nvSpPr>
        <p:spPr/>
        <p:txBody>
          <a:bodyPr>
            <a:normAutofit/>
          </a:bodyPr>
          <a:lstStyle/>
          <a:p>
            <a:pPr marL="288000" lvl="1" indent="-288000" algn="just" fontAlgn="base">
              <a:lnSpc>
                <a:spcPct val="100000"/>
              </a:lnSpc>
              <a:spcBef>
                <a:spcPts val="600"/>
              </a:spcBef>
              <a:spcAft>
                <a:spcPct val="0"/>
              </a:spcAft>
            </a:pPr>
            <a:r>
              <a:rPr lang="zh-CN" altLang="en-US" sz="2400" dirty="0">
                <a:solidFill>
                  <a:srgbClr val="000000"/>
                </a:solidFill>
                <a:cs typeface="Times New Roman" panose="02020603050405020304" pitchFamily="18" charset="0"/>
              </a:rPr>
              <a:t>脚本（</a:t>
            </a:r>
            <a:r>
              <a:rPr lang="en-US" altLang="zh-CN" sz="2400" dirty="0">
                <a:solidFill>
                  <a:srgbClr val="000000"/>
                </a:solidFill>
                <a:cs typeface="Times New Roman" panose="02020603050405020304" pitchFamily="18" charset="0"/>
              </a:rPr>
              <a:t>script</a:t>
            </a:r>
            <a:r>
              <a:rPr lang="zh-CN" altLang="en-US" sz="2400" dirty="0">
                <a:solidFill>
                  <a:srgbClr val="000000"/>
                </a:solidFill>
                <a:cs typeface="Times New Roman" panose="02020603050405020304" pitchFamily="18" charset="0"/>
              </a:rPr>
              <a:t>）是计算机程序的一种形式，通常用于自动化执行特定任务或控制其他软件的行为</a:t>
            </a:r>
            <a:endParaRPr lang="en-US" altLang="zh-CN" sz="24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dirty="0">
                <a:solidFill>
                  <a:srgbClr val="000000"/>
                </a:solidFill>
                <a:cs typeface="Times New Roman" panose="02020603050405020304" pitchFamily="18" charset="0"/>
              </a:rPr>
              <a:t>脚本的特点：</a:t>
            </a:r>
            <a:endParaRPr lang="en-US" altLang="zh-CN" sz="2400" dirty="0">
              <a:solidFill>
                <a:srgbClr val="000000"/>
              </a:solidFill>
              <a:cs typeface="Times New Roman" panose="02020603050405020304" pitchFamily="18" charset="0"/>
            </a:endParaRPr>
          </a:p>
          <a:p>
            <a:pPr lvl="1" defTabSz="914400" eaLnBrk="0" fontAlgn="base" hangingPunct="0">
              <a:lnSpc>
                <a:spcPct val="120000"/>
              </a:lnSpc>
              <a:spcAft>
                <a:spcPct val="0"/>
              </a:spcAft>
              <a:buFontTx/>
              <a:buChar char="–"/>
            </a:pPr>
            <a:r>
              <a:rPr lang="zh-CN" altLang="en-US" sz="2000" dirty="0">
                <a:solidFill>
                  <a:srgbClr val="000000"/>
                </a:solidFill>
                <a:cs typeface="Times New Roman" panose="02020603050405020304" pitchFamily="18" charset="0"/>
              </a:rPr>
              <a:t>无需编译：脚本通常由解释器直接逐行执行，无需预先编译成二进制代码</a:t>
            </a:r>
          </a:p>
          <a:p>
            <a:pPr lvl="1" defTabSz="914400" eaLnBrk="0" fontAlgn="base" hangingPunct="0">
              <a:lnSpc>
                <a:spcPct val="120000"/>
              </a:lnSpc>
              <a:spcAft>
                <a:spcPct val="0"/>
              </a:spcAft>
              <a:buFontTx/>
              <a:buChar char="–"/>
            </a:pPr>
            <a:r>
              <a:rPr lang="zh-CN" altLang="en-US" sz="2000" dirty="0">
                <a:solidFill>
                  <a:srgbClr val="000000"/>
                </a:solidFill>
                <a:cs typeface="Times New Roman" panose="02020603050405020304" pitchFamily="18" charset="0"/>
              </a:rPr>
              <a:t>轻量级和灵活性：脚本常用于快速解决小规模任务（如文件处理、自动化操作），语法简洁，开发效率高。适合动态修改和快速测试</a:t>
            </a:r>
          </a:p>
          <a:p>
            <a:pPr lvl="1" defTabSz="914400" eaLnBrk="0" fontAlgn="base" hangingPunct="0">
              <a:lnSpc>
                <a:spcPct val="120000"/>
              </a:lnSpc>
              <a:spcAft>
                <a:spcPct val="0"/>
              </a:spcAft>
              <a:buFontTx/>
              <a:buChar char="–"/>
            </a:pPr>
            <a:r>
              <a:rPr lang="zh-CN" altLang="en-US" sz="2000" dirty="0">
                <a:solidFill>
                  <a:srgbClr val="000000"/>
                </a:solidFill>
                <a:cs typeface="Times New Roman" panose="02020603050405020304" pitchFamily="18" charset="0"/>
              </a:rPr>
              <a:t>粘合剂作用：脚本常作为“桥梁”，协调多个程序或系统组件的工作（如</a:t>
            </a:r>
            <a:r>
              <a:rPr lang="en-US" altLang="zh-CN" sz="2000" dirty="0">
                <a:solidFill>
                  <a:srgbClr val="000000"/>
                </a:solidFill>
                <a:cs typeface="Times New Roman" panose="02020603050405020304" pitchFamily="18" charset="0"/>
              </a:rPr>
              <a:t>Shell</a:t>
            </a:r>
            <a:r>
              <a:rPr lang="zh-CN" altLang="en-US" sz="2000" dirty="0">
                <a:solidFill>
                  <a:srgbClr val="000000"/>
                </a:solidFill>
                <a:cs typeface="Times New Roman" panose="02020603050405020304" pitchFamily="18" charset="0"/>
              </a:rPr>
              <a:t>脚本调用多个命令行工具）</a:t>
            </a:r>
            <a:endParaRPr lang="en-US" altLang="zh-CN" sz="20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dirty="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93A4B315-D4C4-44B0-97B4-6C53A6D63370}"/>
              </a:ext>
            </a:extLst>
          </p:cNvPr>
          <p:cNvSpPr>
            <a:spLocks noGrp="1"/>
          </p:cNvSpPr>
          <p:nvPr>
            <p:ph type="title"/>
          </p:nvPr>
        </p:nvSpPr>
        <p:spPr/>
        <p:txBody>
          <a:bodyPr/>
          <a:lstStyle/>
          <a:p>
            <a:r>
              <a:rPr lang="zh-CN" altLang="en-US">
                <a:cs typeface="Times New Roman" panose="02020603050405020304" pitchFamily="18" charset="0"/>
              </a:rPr>
              <a:t>什么是脚本？</a:t>
            </a:r>
            <a:endParaRPr lang="zh-CN" altLang="en-US"/>
          </a:p>
        </p:txBody>
      </p:sp>
    </p:spTree>
    <p:extLst>
      <p:ext uri="{BB962C8B-B14F-4D97-AF65-F5344CB8AC3E}">
        <p14:creationId xmlns:p14="http://schemas.microsoft.com/office/powerpoint/2010/main" val="4266792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4A56F-26C9-DADE-156B-100FA49ECD83}"/>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E598F7C9-07BA-8745-96C8-891D9F9043E0}"/>
              </a:ext>
            </a:extLst>
          </p:cNvPr>
          <p:cNvSpPr>
            <a:spLocks noGrp="1"/>
          </p:cNvSpPr>
          <p:nvPr>
            <p:ph idx="1"/>
          </p:nvPr>
        </p:nvSpPr>
        <p:spPr/>
        <p:txBody>
          <a:bodyPr>
            <a:normAutofit/>
          </a:bodyPr>
          <a:lstStyle/>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在</a:t>
            </a:r>
            <a:r>
              <a:rPr lang="en-US" altLang="zh-CN" sz="2400">
                <a:solidFill>
                  <a:srgbClr val="000000"/>
                </a:solidFill>
                <a:cs typeface="Times New Roman" panose="02020603050405020304" pitchFamily="18" charset="0"/>
              </a:rPr>
              <a:t>C</a:t>
            </a:r>
            <a:r>
              <a:rPr lang="zh-CN" altLang="en-US" sz="2400">
                <a:solidFill>
                  <a:srgbClr val="000000"/>
                </a:solidFill>
                <a:cs typeface="Times New Roman" panose="02020603050405020304" pitchFamily="18" charset="0"/>
              </a:rPr>
              <a:t>盘根目录下创建一个</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脚本文件，名为</a:t>
            </a:r>
            <a:r>
              <a:rPr lang="en-US" altLang="zh-CN" sz="2400">
                <a:solidFill>
                  <a:srgbClr val="000000"/>
                </a:solidFill>
                <a:cs typeface="Times New Roman" panose="02020603050405020304" pitchFamily="18" charset="0"/>
              </a:rPr>
              <a:t>spam.py</a:t>
            </a:r>
            <a:r>
              <a:rPr lang="zh-CN" altLang="en-US" sz="2400">
                <a:solidFill>
                  <a:srgbClr val="000000"/>
                </a:solidFill>
                <a:cs typeface="Times New Roman" panose="02020603050405020304" pitchFamily="18" charset="0"/>
              </a:rPr>
              <a:t>：</a:t>
            </a: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打开</a:t>
            </a:r>
            <a:r>
              <a:rPr lang="en-US" altLang="zh-CN" sz="2400">
                <a:solidFill>
                  <a:srgbClr val="000000"/>
                </a:solidFill>
                <a:cs typeface="Times New Roman" panose="02020603050405020304" pitchFamily="18" charset="0"/>
              </a:rPr>
              <a:t>Windows</a:t>
            </a:r>
            <a:r>
              <a:rPr lang="zh-CN" altLang="en-US" sz="2400">
                <a:solidFill>
                  <a:srgbClr val="000000"/>
                </a:solidFill>
                <a:cs typeface="Times New Roman" panose="02020603050405020304" pitchFamily="18" charset="0"/>
              </a:rPr>
              <a:t>的“命令提示符”，切换至</a:t>
            </a:r>
            <a:r>
              <a:rPr lang="en-US" altLang="zh-CN" sz="2400">
                <a:solidFill>
                  <a:srgbClr val="000000"/>
                </a:solidFill>
                <a:cs typeface="Times New Roman" panose="02020603050405020304" pitchFamily="18" charset="0"/>
              </a:rPr>
              <a:t>C</a:t>
            </a:r>
            <a:r>
              <a:rPr lang="zh-CN" altLang="en-US" sz="2400">
                <a:solidFill>
                  <a:srgbClr val="000000"/>
                </a:solidFill>
                <a:cs typeface="Times New Roman" panose="02020603050405020304" pitchFamily="18" charset="0"/>
              </a:rPr>
              <a:t>盘根目录：</a:t>
            </a: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键入命令：</a:t>
            </a:r>
            <a:r>
              <a:rPr lang="en-US" altLang="zh-CN" sz="2400">
                <a:solidFill>
                  <a:srgbClr val="000000"/>
                </a:solidFill>
                <a:cs typeface="Times New Roman" panose="02020603050405020304" pitchFamily="18" charset="0"/>
              </a:rPr>
              <a:t>python spam.py</a:t>
            </a:r>
            <a:r>
              <a:rPr lang="zh-CN" altLang="en-US" sz="2400">
                <a:solidFill>
                  <a:srgbClr val="000000"/>
                </a:solidFill>
                <a:cs typeface="Times New Roman" panose="02020603050405020304" pitchFamily="18" charset="0"/>
              </a:rPr>
              <a:t>，即可运行：</a:t>
            </a: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6656D0FD-127E-7BF5-59C6-29538E8F14BE}"/>
              </a:ext>
            </a:extLst>
          </p:cNvPr>
          <p:cNvSpPr>
            <a:spLocks noGrp="1"/>
          </p:cNvSpPr>
          <p:nvPr>
            <p:ph type="title"/>
          </p:nvPr>
        </p:nvSpPr>
        <p:spPr/>
        <p:txBody>
          <a:bodyPr/>
          <a:lstStyle/>
          <a:p>
            <a:r>
              <a:rPr lang="zh-CN" altLang="en-US">
                <a:cs typeface="Times New Roman" panose="02020603050405020304" pitchFamily="18" charset="0"/>
              </a:rPr>
              <a:t>一个极简的</a:t>
            </a:r>
            <a:r>
              <a:rPr lang="en-US" altLang="zh-CN">
                <a:cs typeface="Times New Roman" panose="02020603050405020304" pitchFamily="18" charset="0"/>
              </a:rPr>
              <a:t>Python</a:t>
            </a:r>
            <a:r>
              <a:rPr lang="zh-CN" altLang="en-US">
                <a:cs typeface="Times New Roman" panose="02020603050405020304" pitchFamily="18" charset="0"/>
              </a:rPr>
              <a:t>脚本</a:t>
            </a:r>
            <a:endParaRPr lang="zh-CN" altLang="en-US"/>
          </a:p>
        </p:txBody>
      </p:sp>
      <p:pic>
        <p:nvPicPr>
          <p:cNvPr id="9" name="图片 8">
            <a:extLst>
              <a:ext uri="{FF2B5EF4-FFF2-40B4-BE49-F238E27FC236}">
                <a16:creationId xmlns:a16="http://schemas.microsoft.com/office/drawing/2014/main" id="{0BD4561A-6110-A03E-A20C-3A0B4C408D53}"/>
              </a:ext>
            </a:extLst>
          </p:cNvPr>
          <p:cNvPicPr>
            <a:picLocks noChangeAspect="1"/>
          </p:cNvPicPr>
          <p:nvPr/>
        </p:nvPicPr>
        <p:blipFill>
          <a:blip r:embed="rId2"/>
          <a:stretch>
            <a:fillRect/>
          </a:stretch>
        </p:blipFill>
        <p:spPr>
          <a:xfrm>
            <a:off x="995480" y="1729561"/>
            <a:ext cx="6783677" cy="1131379"/>
          </a:xfrm>
          <a:prstGeom prst="rect">
            <a:avLst/>
          </a:prstGeom>
        </p:spPr>
      </p:pic>
      <p:pic>
        <p:nvPicPr>
          <p:cNvPr id="15" name="图片 14">
            <a:extLst>
              <a:ext uri="{FF2B5EF4-FFF2-40B4-BE49-F238E27FC236}">
                <a16:creationId xmlns:a16="http://schemas.microsoft.com/office/drawing/2014/main" id="{63910C04-8E47-F4EA-75E8-C52678402A00}"/>
              </a:ext>
            </a:extLst>
          </p:cNvPr>
          <p:cNvPicPr>
            <a:picLocks noChangeAspect="1"/>
          </p:cNvPicPr>
          <p:nvPr/>
        </p:nvPicPr>
        <p:blipFill>
          <a:blip r:embed="rId3"/>
          <a:stretch>
            <a:fillRect/>
          </a:stretch>
        </p:blipFill>
        <p:spPr>
          <a:xfrm>
            <a:off x="995480" y="3373728"/>
            <a:ext cx="6716110" cy="948000"/>
          </a:xfrm>
          <a:prstGeom prst="rect">
            <a:avLst/>
          </a:prstGeom>
        </p:spPr>
      </p:pic>
      <p:pic>
        <p:nvPicPr>
          <p:cNvPr id="21" name="图片 20">
            <a:extLst>
              <a:ext uri="{FF2B5EF4-FFF2-40B4-BE49-F238E27FC236}">
                <a16:creationId xmlns:a16="http://schemas.microsoft.com/office/drawing/2014/main" id="{C0951445-36DB-DB4F-0FE9-E9C5F3A15738}"/>
              </a:ext>
            </a:extLst>
          </p:cNvPr>
          <p:cNvPicPr>
            <a:picLocks noChangeAspect="1"/>
          </p:cNvPicPr>
          <p:nvPr/>
        </p:nvPicPr>
        <p:blipFill>
          <a:blip r:embed="rId4"/>
          <a:stretch>
            <a:fillRect/>
          </a:stretch>
        </p:blipFill>
        <p:spPr>
          <a:xfrm>
            <a:off x="995480" y="5163783"/>
            <a:ext cx="6783677" cy="1074859"/>
          </a:xfrm>
          <a:prstGeom prst="rect">
            <a:avLst/>
          </a:prstGeom>
        </p:spPr>
      </p:pic>
    </p:spTree>
    <p:extLst>
      <p:ext uri="{BB962C8B-B14F-4D97-AF65-F5344CB8AC3E}">
        <p14:creationId xmlns:p14="http://schemas.microsoft.com/office/powerpoint/2010/main" val="5758605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8D4C0-508B-2219-BC60-1202B72CF3F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9B346CF0-0588-0992-AE7F-ACF643B1321D}"/>
              </a:ext>
            </a:extLst>
          </p:cNvPr>
          <p:cNvSpPr>
            <a:spLocks noGrp="1"/>
          </p:cNvSpPr>
          <p:nvPr>
            <p:ph idx="1"/>
          </p:nvPr>
        </p:nvSpPr>
        <p:spPr/>
        <p:txBody>
          <a:bodyPr>
            <a:normAutofit/>
          </a:bodyPr>
          <a:lstStyle/>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试着在</a:t>
            </a:r>
            <a:r>
              <a:rPr lang="en-US" altLang="zh-CN" sz="2400">
                <a:solidFill>
                  <a:srgbClr val="000000"/>
                </a:solidFill>
                <a:cs typeface="Times New Roman" panose="02020603050405020304" pitchFamily="18" charset="0"/>
              </a:rPr>
              <a:t>Linux</a:t>
            </a:r>
            <a:r>
              <a:rPr lang="zh-CN" altLang="en-US" sz="2400">
                <a:solidFill>
                  <a:srgbClr val="000000"/>
                </a:solidFill>
                <a:cs typeface="Times New Roman" panose="02020603050405020304" pitchFamily="18" charset="0"/>
              </a:rPr>
              <a:t>环境的</a:t>
            </a:r>
            <a:r>
              <a:rPr lang="en-US" altLang="zh-CN" sz="2400">
                <a:solidFill>
                  <a:srgbClr val="000000"/>
                </a:solidFill>
                <a:cs typeface="Times New Roman" panose="02020603050405020304" pitchFamily="18" charset="0"/>
              </a:rPr>
              <a:t>shell</a:t>
            </a:r>
            <a:r>
              <a:rPr lang="zh-CN" altLang="en-US" sz="2400">
                <a:solidFill>
                  <a:srgbClr val="000000"/>
                </a:solidFill>
                <a:cs typeface="Times New Roman" panose="02020603050405020304" pitchFamily="18" charset="0"/>
              </a:rPr>
              <a:t>之下运行脚本</a:t>
            </a:r>
            <a:r>
              <a:rPr lang="en-US" altLang="zh-CN" sz="2400">
                <a:solidFill>
                  <a:srgbClr val="000000"/>
                </a:solidFill>
                <a:cs typeface="Times New Roman" panose="02020603050405020304" pitchFamily="18" charset="0"/>
              </a:rPr>
              <a:t>spam.py</a:t>
            </a: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一个简便的做法是先启动</a:t>
            </a:r>
            <a:r>
              <a:rPr lang="en-US" altLang="zh-CN" sz="2400">
                <a:solidFill>
                  <a:srgbClr val="000000"/>
                </a:solidFill>
                <a:cs typeface="Times New Roman" panose="02020603050405020304" pitchFamily="18" charset="0"/>
              </a:rPr>
              <a:t>Windows</a:t>
            </a:r>
            <a:r>
              <a:rPr lang="zh-CN" altLang="en-US" sz="2400">
                <a:solidFill>
                  <a:srgbClr val="000000"/>
                </a:solidFill>
                <a:cs typeface="Times New Roman" panose="02020603050405020304" pitchFamily="18" charset="0"/>
              </a:rPr>
              <a:t>的</a:t>
            </a:r>
            <a:r>
              <a:rPr lang="en-US" altLang="zh-CN" sz="2400">
                <a:solidFill>
                  <a:srgbClr val="000000"/>
                </a:solidFill>
                <a:cs typeface="Times New Roman" panose="02020603050405020304" pitchFamily="18" charset="0"/>
              </a:rPr>
              <a:t>WSL</a:t>
            </a:r>
            <a:r>
              <a:rPr lang="zh-CN" altLang="en-US" sz="2400">
                <a:solidFill>
                  <a:srgbClr val="000000"/>
                </a:solidFill>
                <a:cs typeface="Times New Roman" panose="02020603050405020304" pitchFamily="18" charset="0"/>
              </a:rPr>
              <a:t>（</a:t>
            </a:r>
            <a:r>
              <a:rPr lang="en-US" altLang="zh-CN" sz="2400">
                <a:solidFill>
                  <a:srgbClr val="000000"/>
                </a:solidFill>
                <a:cs typeface="Times New Roman" panose="02020603050405020304" pitchFamily="18" charset="0"/>
              </a:rPr>
              <a:t>Windows Subsystem for Linux</a:t>
            </a:r>
            <a:r>
              <a:rPr lang="zh-CN" altLang="en-US" sz="2400">
                <a:solidFill>
                  <a:srgbClr val="000000"/>
                </a:solidFill>
                <a:cs typeface="Times New Roman" panose="02020603050405020304" pitchFamily="18" charset="0"/>
              </a:rPr>
              <a:t>，</a:t>
            </a:r>
            <a:r>
              <a:rPr lang="en-US" altLang="zh-CN" sz="2400">
                <a:solidFill>
                  <a:srgbClr val="000000"/>
                </a:solidFill>
                <a:cs typeface="Times New Roman" panose="02020603050405020304" pitchFamily="18" charset="0"/>
              </a:rPr>
              <a:t>Windows </a:t>
            </a:r>
            <a:r>
              <a:rPr lang="zh-CN" altLang="en-US" sz="2400">
                <a:solidFill>
                  <a:srgbClr val="000000"/>
                </a:solidFill>
                <a:cs typeface="Times New Roman" panose="02020603050405020304" pitchFamily="18" charset="0"/>
              </a:rPr>
              <a:t>的 </a:t>
            </a:r>
            <a:r>
              <a:rPr lang="en-US" altLang="zh-CN" sz="2400">
                <a:solidFill>
                  <a:srgbClr val="000000"/>
                </a:solidFill>
                <a:cs typeface="Times New Roman" panose="02020603050405020304" pitchFamily="18" charset="0"/>
              </a:rPr>
              <a:t>Linux </a:t>
            </a:r>
            <a:r>
              <a:rPr lang="zh-CN" altLang="en-US" sz="2400">
                <a:solidFill>
                  <a:srgbClr val="000000"/>
                </a:solidFill>
                <a:cs typeface="Times New Roman" panose="02020603050405020304" pitchFamily="18" charset="0"/>
              </a:rPr>
              <a:t>子系统），它是</a:t>
            </a:r>
            <a:r>
              <a:rPr lang="en-US" altLang="zh-CN" sz="2400">
                <a:solidFill>
                  <a:srgbClr val="000000"/>
                </a:solidFill>
                <a:cs typeface="Times New Roman" panose="02020603050405020304" pitchFamily="18" charset="0"/>
              </a:rPr>
              <a:t>Windows 10/11</a:t>
            </a:r>
            <a:r>
              <a:rPr lang="zh-CN" altLang="en-US" sz="2400">
                <a:solidFill>
                  <a:srgbClr val="000000"/>
                </a:solidFill>
                <a:cs typeface="Times New Roman" panose="02020603050405020304" pitchFamily="18" charset="0"/>
              </a:rPr>
              <a:t>操作系统的一项功能，允许用户直接在</a:t>
            </a:r>
            <a:r>
              <a:rPr lang="en-US" altLang="zh-CN" sz="2400">
                <a:solidFill>
                  <a:srgbClr val="000000"/>
                </a:solidFill>
                <a:cs typeface="Times New Roman" panose="02020603050405020304" pitchFamily="18" charset="0"/>
              </a:rPr>
              <a:t>Windows</a:t>
            </a:r>
            <a:r>
              <a:rPr lang="zh-CN" altLang="en-US" sz="2400">
                <a:solidFill>
                  <a:srgbClr val="000000"/>
                </a:solidFill>
                <a:cs typeface="Times New Roman" panose="02020603050405020304" pitchFamily="18" charset="0"/>
              </a:rPr>
              <a:t>上运行原生的</a:t>
            </a:r>
            <a:r>
              <a:rPr lang="en-US" altLang="zh-CN" sz="2400">
                <a:solidFill>
                  <a:srgbClr val="000000"/>
                </a:solidFill>
                <a:cs typeface="Times New Roman" panose="02020603050405020304" pitchFamily="18" charset="0"/>
              </a:rPr>
              <a:t>Linux</a:t>
            </a:r>
            <a:r>
              <a:rPr lang="zh-CN" altLang="en-US" sz="2400">
                <a:solidFill>
                  <a:srgbClr val="000000"/>
                </a:solidFill>
                <a:cs typeface="Times New Roman" panose="02020603050405020304" pitchFamily="18" charset="0"/>
              </a:rPr>
              <a:t>命令行工具、应用程序和脚本，而无需使用虚拟机（如</a:t>
            </a:r>
            <a:r>
              <a:rPr lang="en-US" altLang="zh-CN" sz="2400">
                <a:solidFill>
                  <a:srgbClr val="000000"/>
                </a:solidFill>
                <a:cs typeface="Times New Roman" panose="02020603050405020304" pitchFamily="18" charset="0"/>
              </a:rPr>
              <a:t>VirtualBox</a:t>
            </a:r>
            <a:r>
              <a:rPr lang="zh-CN" altLang="en-US" sz="2400">
                <a:solidFill>
                  <a:srgbClr val="000000"/>
                </a:solidFill>
                <a:cs typeface="Times New Roman" panose="02020603050405020304" pitchFamily="18" charset="0"/>
              </a:rPr>
              <a:t>、</a:t>
            </a:r>
            <a:r>
              <a:rPr lang="en-US" altLang="zh-CN" sz="2400">
                <a:solidFill>
                  <a:srgbClr val="000000"/>
                </a:solidFill>
                <a:cs typeface="Times New Roman" panose="02020603050405020304" pitchFamily="18" charset="0"/>
              </a:rPr>
              <a:t>VMware</a:t>
            </a:r>
            <a:r>
              <a:rPr lang="zh-CN" altLang="en-US" sz="2400">
                <a:solidFill>
                  <a:srgbClr val="000000"/>
                </a:solidFill>
                <a:cs typeface="Times New Roman" panose="02020603050405020304" pitchFamily="18" charset="0"/>
              </a:rPr>
              <a:t>）或双系统</a:t>
            </a: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也可以在用户的主目录下创建一个新脚本文件，也许更方便：</a:t>
            </a: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57F335C1-4D7F-A648-8051-F5E93AE25BF3}"/>
              </a:ext>
            </a:extLst>
          </p:cNvPr>
          <p:cNvSpPr>
            <a:spLocks noGrp="1"/>
          </p:cNvSpPr>
          <p:nvPr>
            <p:ph type="title"/>
          </p:nvPr>
        </p:nvSpPr>
        <p:spPr/>
        <p:txBody>
          <a:bodyPr/>
          <a:lstStyle/>
          <a:p>
            <a:r>
              <a:rPr lang="zh-CN" altLang="en-US">
                <a:cs typeface="Times New Roman" panose="02020603050405020304" pitchFamily="18" charset="0"/>
              </a:rPr>
              <a:t>在</a:t>
            </a:r>
            <a:r>
              <a:rPr lang="en-US" altLang="zh-CN">
                <a:cs typeface="Times New Roman" panose="02020603050405020304" pitchFamily="18" charset="0"/>
              </a:rPr>
              <a:t>Linux</a:t>
            </a:r>
            <a:r>
              <a:rPr lang="zh-CN" altLang="en-US">
                <a:cs typeface="Times New Roman" panose="02020603050405020304" pitchFamily="18" charset="0"/>
              </a:rPr>
              <a:t>环境下运行</a:t>
            </a:r>
            <a:r>
              <a:rPr lang="en-US" altLang="zh-CN">
                <a:cs typeface="Times New Roman" panose="02020603050405020304" pitchFamily="18" charset="0"/>
              </a:rPr>
              <a:t>Python</a:t>
            </a:r>
            <a:r>
              <a:rPr lang="zh-CN" altLang="en-US">
                <a:cs typeface="Times New Roman" panose="02020603050405020304" pitchFamily="18" charset="0"/>
              </a:rPr>
              <a:t>脚本</a:t>
            </a:r>
            <a:endParaRPr lang="zh-CN" altLang="en-US"/>
          </a:p>
        </p:txBody>
      </p:sp>
      <p:pic>
        <p:nvPicPr>
          <p:cNvPr id="5" name="图片 4">
            <a:extLst>
              <a:ext uri="{FF2B5EF4-FFF2-40B4-BE49-F238E27FC236}">
                <a16:creationId xmlns:a16="http://schemas.microsoft.com/office/drawing/2014/main" id="{B16872B1-B3ED-CA52-317B-52FBD9F99D4C}"/>
              </a:ext>
            </a:extLst>
          </p:cNvPr>
          <p:cNvPicPr>
            <a:picLocks noChangeAspect="1"/>
          </p:cNvPicPr>
          <p:nvPr/>
        </p:nvPicPr>
        <p:blipFill>
          <a:blip r:embed="rId3"/>
          <a:stretch>
            <a:fillRect/>
          </a:stretch>
        </p:blipFill>
        <p:spPr>
          <a:xfrm>
            <a:off x="608098" y="3565854"/>
            <a:ext cx="6783677" cy="1227198"/>
          </a:xfrm>
          <a:prstGeom prst="rect">
            <a:avLst/>
          </a:prstGeom>
        </p:spPr>
      </p:pic>
      <p:pic>
        <p:nvPicPr>
          <p:cNvPr id="7" name="图片 6">
            <a:extLst>
              <a:ext uri="{FF2B5EF4-FFF2-40B4-BE49-F238E27FC236}">
                <a16:creationId xmlns:a16="http://schemas.microsoft.com/office/drawing/2014/main" id="{7245A0FA-5B1B-0576-97F8-15BE4A3BE94B}"/>
              </a:ext>
            </a:extLst>
          </p:cNvPr>
          <p:cNvPicPr>
            <a:picLocks noChangeAspect="1"/>
          </p:cNvPicPr>
          <p:nvPr/>
        </p:nvPicPr>
        <p:blipFill>
          <a:blip r:embed="rId4"/>
          <a:stretch>
            <a:fillRect/>
          </a:stretch>
        </p:blipFill>
        <p:spPr>
          <a:xfrm>
            <a:off x="608098" y="5279955"/>
            <a:ext cx="6783677" cy="1532123"/>
          </a:xfrm>
          <a:prstGeom prst="rect">
            <a:avLst/>
          </a:prstGeom>
        </p:spPr>
      </p:pic>
    </p:spTree>
    <p:extLst>
      <p:ext uri="{BB962C8B-B14F-4D97-AF65-F5344CB8AC3E}">
        <p14:creationId xmlns:p14="http://schemas.microsoft.com/office/powerpoint/2010/main" val="9386332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980A7-EC5F-64D2-CAE8-431A011B17D3}"/>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61331CD-83CB-79EB-1EC2-F95D2DA1B242}"/>
              </a:ext>
            </a:extLst>
          </p:cNvPr>
          <p:cNvSpPr>
            <a:spLocks noGrp="1"/>
          </p:cNvSpPr>
          <p:nvPr>
            <p:ph idx="1"/>
          </p:nvPr>
        </p:nvSpPr>
        <p:spPr/>
        <p:txBody>
          <a:bodyPr>
            <a:normAutofit/>
          </a:bodyPr>
          <a:lstStyle/>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等等，</a:t>
            </a:r>
            <a:r>
              <a:rPr lang="en-US" altLang="zh-CN" sz="2400">
                <a:solidFill>
                  <a:srgbClr val="000000"/>
                </a:solidFill>
                <a:cs typeface="Times New Roman" panose="02020603050405020304" pitchFamily="18" charset="0"/>
              </a:rPr>
              <a:t>Linux</a:t>
            </a:r>
            <a:r>
              <a:rPr lang="zh-CN" altLang="en-US" sz="2400">
                <a:solidFill>
                  <a:srgbClr val="000000"/>
                </a:solidFill>
                <a:cs typeface="Times New Roman" panose="02020603050405020304" pitchFamily="18" charset="0"/>
              </a:rPr>
              <a:t>环境下的原生</a:t>
            </a:r>
            <a:r>
              <a:rPr lang="en-US" altLang="zh-CN" sz="2400">
                <a:solidFill>
                  <a:srgbClr val="000000"/>
                </a:solidFill>
                <a:cs typeface="Times New Roman" panose="02020603050405020304" pitchFamily="18" charset="0"/>
              </a:rPr>
              <a:t>shell</a:t>
            </a:r>
            <a:r>
              <a:rPr lang="zh-CN" altLang="en-US" sz="2400">
                <a:solidFill>
                  <a:srgbClr val="000000"/>
                </a:solidFill>
                <a:cs typeface="Times New Roman" panose="02020603050405020304" pitchFamily="18" charset="0"/>
              </a:rPr>
              <a:t>脚本，是什么样？</a:t>
            </a: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如果我也想用 </a:t>
            </a:r>
            <a:r>
              <a:rPr lang="en-US" altLang="zh-CN" sz="2400">
                <a:solidFill>
                  <a:srgbClr val="000000"/>
                </a:solidFill>
                <a:cs typeface="Times New Roman" panose="02020603050405020304" pitchFamily="18" charset="0"/>
              </a:rPr>
              <a:t>./ </a:t>
            </a:r>
            <a:r>
              <a:rPr lang="zh-CN" altLang="en-US" sz="2400">
                <a:solidFill>
                  <a:srgbClr val="000000"/>
                </a:solidFill>
                <a:cs typeface="Times New Roman" panose="02020603050405020304" pitchFamily="18" charset="0"/>
              </a:rPr>
              <a:t>的方式运行</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脚本</a:t>
            </a:r>
            <a:r>
              <a:rPr lang="en-US" altLang="zh-CN" sz="2400">
                <a:solidFill>
                  <a:srgbClr val="000000"/>
                </a:solidFill>
                <a:cs typeface="Times New Roman" panose="02020603050405020304" pitchFamily="18" charset="0"/>
              </a:rPr>
              <a:t>spam.py</a:t>
            </a:r>
            <a:r>
              <a:rPr lang="zh-CN" altLang="en-US" sz="2400">
                <a:solidFill>
                  <a:srgbClr val="000000"/>
                </a:solidFill>
                <a:cs typeface="Times New Roman" panose="02020603050405020304" pitchFamily="18" charset="0"/>
              </a:rPr>
              <a:t>，会如何？</a:t>
            </a: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1FF9AF38-EFD5-FEB2-1EF2-A2B304AEE373}"/>
              </a:ext>
            </a:extLst>
          </p:cNvPr>
          <p:cNvSpPr>
            <a:spLocks noGrp="1"/>
          </p:cNvSpPr>
          <p:nvPr>
            <p:ph type="title"/>
          </p:nvPr>
        </p:nvSpPr>
        <p:spPr/>
        <p:txBody>
          <a:bodyPr/>
          <a:lstStyle/>
          <a:p>
            <a:r>
              <a:rPr lang="zh-CN" altLang="en-US">
                <a:cs typeface="Times New Roman" panose="02020603050405020304" pitchFamily="18" charset="0"/>
              </a:rPr>
              <a:t>在</a:t>
            </a:r>
            <a:r>
              <a:rPr lang="en-US" altLang="zh-CN">
                <a:cs typeface="Times New Roman" panose="02020603050405020304" pitchFamily="18" charset="0"/>
              </a:rPr>
              <a:t>Linux</a:t>
            </a:r>
            <a:r>
              <a:rPr lang="zh-CN" altLang="en-US">
                <a:cs typeface="Times New Roman" panose="02020603050405020304" pitchFamily="18" charset="0"/>
              </a:rPr>
              <a:t>环境下运行</a:t>
            </a:r>
            <a:r>
              <a:rPr lang="en-US" altLang="zh-CN">
                <a:cs typeface="Times New Roman" panose="02020603050405020304" pitchFamily="18" charset="0"/>
              </a:rPr>
              <a:t>Python</a:t>
            </a:r>
            <a:r>
              <a:rPr lang="zh-CN" altLang="en-US">
                <a:cs typeface="Times New Roman" panose="02020603050405020304" pitchFamily="18" charset="0"/>
              </a:rPr>
              <a:t>脚本</a:t>
            </a:r>
            <a:endParaRPr lang="zh-CN" altLang="en-US"/>
          </a:p>
        </p:txBody>
      </p:sp>
      <p:pic>
        <p:nvPicPr>
          <p:cNvPr id="6" name="图片 5">
            <a:extLst>
              <a:ext uri="{FF2B5EF4-FFF2-40B4-BE49-F238E27FC236}">
                <a16:creationId xmlns:a16="http://schemas.microsoft.com/office/drawing/2014/main" id="{449EEBD1-6BBC-AA5B-C4D9-A6F6AC420E76}"/>
              </a:ext>
            </a:extLst>
          </p:cNvPr>
          <p:cNvPicPr>
            <a:picLocks noChangeAspect="1"/>
          </p:cNvPicPr>
          <p:nvPr/>
        </p:nvPicPr>
        <p:blipFill>
          <a:blip r:embed="rId2"/>
          <a:stretch>
            <a:fillRect/>
          </a:stretch>
        </p:blipFill>
        <p:spPr>
          <a:xfrm>
            <a:off x="531524" y="1676539"/>
            <a:ext cx="7387270" cy="1710736"/>
          </a:xfrm>
          <a:prstGeom prst="rect">
            <a:avLst/>
          </a:prstGeom>
        </p:spPr>
      </p:pic>
      <p:pic>
        <p:nvPicPr>
          <p:cNvPr id="9" name="图片 8">
            <a:extLst>
              <a:ext uri="{FF2B5EF4-FFF2-40B4-BE49-F238E27FC236}">
                <a16:creationId xmlns:a16="http://schemas.microsoft.com/office/drawing/2014/main" id="{B62CE6F5-D805-B56C-8087-22793A6C893D}"/>
              </a:ext>
            </a:extLst>
          </p:cNvPr>
          <p:cNvPicPr>
            <a:picLocks noChangeAspect="1"/>
          </p:cNvPicPr>
          <p:nvPr/>
        </p:nvPicPr>
        <p:blipFill>
          <a:blip r:embed="rId3"/>
          <a:stretch>
            <a:fillRect/>
          </a:stretch>
        </p:blipFill>
        <p:spPr>
          <a:xfrm>
            <a:off x="531524" y="4260045"/>
            <a:ext cx="6180082" cy="2480925"/>
          </a:xfrm>
          <a:prstGeom prst="rect">
            <a:avLst/>
          </a:prstGeom>
        </p:spPr>
      </p:pic>
    </p:spTree>
    <p:extLst>
      <p:ext uri="{BB962C8B-B14F-4D97-AF65-F5344CB8AC3E}">
        <p14:creationId xmlns:p14="http://schemas.microsoft.com/office/powerpoint/2010/main" val="1650590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B2426-1A40-08BA-DDF2-E9D3136DA971}"/>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0F4A35E7-BFFF-9815-1942-E42403F354A1}"/>
              </a:ext>
            </a:extLst>
          </p:cNvPr>
          <p:cNvSpPr>
            <a:spLocks noGrp="1"/>
          </p:cNvSpPr>
          <p:nvPr>
            <p:ph idx="1"/>
          </p:nvPr>
        </p:nvSpPr>
        <p:spPr/>
        <p:txBody>
          <a:bodyPr/>
          <a:lstStyle/>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有时希望在</a:t>
            </a:r>
            <a:r>
              <a:rPr lang="en-US" altLang="zh-CN" sz="2400">
                <a:solidFill>
                  <a:srgbClr val="000000"/>
                </a:solidFill>
                <a:cs typeface="Times New Roman" panose="02020603050405020304" pitchFamily="18" charset="0"/>
              </a:rPr>
              <a:t>Linux</a:t>
            </a:r>
            <a:r>
              <a:rPr lang="zh-CN" altLang="en-US" sz="2400">
                <a:solidFill>
                  <a:srgbClr val="000000"/>
                </a:solidFill>
                <a:cs typeface="Times New Roman" panose="02020603050405020304" pitchFamily="18" charset="0"/>
              </a:rPr>
              <a:t>操作系统中像运行</a:t>
            </a:r>
            <a:r>
              <a:rPr lang="en-US" altLang="zh-CN" sz="2400">
                <a:solidFill>
                  <a:srgbClr val="000000"/>
                </a:solidFill>
                <a:cs typeface="Times New Roman" panose="02020603050405020304" pitchFamily="18" charset="0"/>
              </a:rPr>
              <a:t>shell</a:t>
            </a:r>
            <a:r>
              <a:rPr lang="zh-CN" altLang="en-US" sz="2400">
                <a:solidFill>
                  <a:srgbClr val="000000"/>
                </a:solidFill>
                <a:cs typeface="Times New Roman" panose="02020603050405020304" pitchFamily="18" charset="0"/>
              </a:rPr>
              <a:t>脚本一样运行</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脚本（源程序），而不需要显式地使用</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解释器。这时可以在源程序文件的首行加上如下语句：</a:t>
            </a: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该行语句在</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解释器看来是程序注释，不会对源程序产生影响。但</a:t>
            </a:r>
            <a:r>
              <a:rPr lang="en-US" altLang="zh-CN" sz="2400">
                <a:solidFill>
                  <a:srgbClr val="000000"/>
                </a:solidFill>
                <a:cs typeface="Times New Roman" panose="02020603050405020304" pitchFamily="18" charset="0"/>
              </a:rPr>
              <a:t>Linux</a:t>
            </a:r>
            <a:r>
              <a:rPr lang="zh-CN" altLang="en-US" sz="2400">
                <a:solidFill>
                  <a:srgbClr val="000000"/>
                </a:solidFill>
                <a:cs typeface="Times New Roman" panose="02020603050405020304" pitchFamily="18" charset="0"/>
              </a:rPr>
              <a:t>执行一个脚本文件时会把“</a:t>
            </a:r>
            <a:r>
              <a:rPr lang="en-US" altLang="zh-CN" sz="2400">
                <a:solidFill>
                  <a:srgbClr val="000000"/>
                </a:solidFill>
                <a:cs typeface="Times New Roman" panose="02020603050405020304" pitchFamily="18" charset="0"/>
              </a:rPr>
              <a:t>#!”</a:t>
            </a:r>
            <a:r>
              <a:rPr lang="zh-CN" altLang="en-US" sz="2400">
                <a:solidFill>
                  <a:srgbClr val="000000"/>
                </a:solidFill>
                <a:cs typeface="Times New Roman" panose="02020603050405020304" pitchFamily="18" charset="0"/>
              </a:rPr>
              <a:t>之后的内容提取出来，拼接在脚本文件名之前，再将整体作为命令执行，这样即指定了用于执行脚本文件的</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解释器。虽然以上写法不是必需的，且仅在</a:t>
            </a:r>
            <a:r>
              <a:rPr lang="en-US" altLang="zh-CN" sz="2400">
                <a:solidFill>
                  <a:srgbClr val="000000"/>
                </a:solidFill>
                <a:cs typeface="Times New Roman" panose="02020603050405020304" pitchFamily="18" charset="0"/>
              </a:rPr>
              <a:t>Linux</a:t>
            </a:r>
            <a:r>
              <a:rPr lang="zh-CN" altLang="en-US" sz="2400">
                <a:solidFill>
                  <a:srgbClr val="000000"/>
                </a:solidFill>
                <a:cs typeface="Times New Roman" panose="02020603050405020304" pitchFamily="18" charset="0"/>
              </a:rPr>
              <a:t>操作系统下有效，但很多</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脚本都遵循这种写法。这样做除方便在</a:t>
            </a:r>
            <a:r>
              <a:rPr lang="en-US" altLang="zh-CN" sz="2400">
                <a:solidFill>
                  <a:srgbClr val="000000"/>
                </a:solidFill>
                <a:cs typeface="Times New Roman" panose="02020603050405020304" pitchFamily="18" charset="0"/>
              </a:rPr>
              <a:t>Linux</a:t>
            </a:r>
            <a:r>
              <a:rPr lang="zh-CN" altLang="en-US" sz="2400">
                <a:solidFill>
                  <a:srgbClr val="000000"/>
                </a:solidFill>
                <a:cs typeface="Times New Roman" panose="02020603050405020304" pitchFamily="18" charset="0"/>
              </a:rPr>
              <a:t>下运行外，还起到提示使用者该源程序文件可直接执行的目的</a:t>
            </a:r>
          </a:p>
        </p:txBody>
      </p:sp>
      <p:sp>
        <p:nvSpPr>
          <p:cNvPr id="3" name="标题 2">
            <a:extLst>
              <a:ext uri="{FF2B5EF4-FFF2-40B4-BE49-F238E27FC236}">
                <a16:creationId xmlns:a16="http://schemas.microsoft.com/office/drawing/2014/main" id="{900E6469-2305-472C-E642-377055A1ECC8}"/>
              </a:ext>
            </a:extLst>
          </p:cNvPr>
          <p:cNvSpPr>
            <a:spLocks noGrp="1"/>
          </p:cNvSpPr>
          <p:nvPr>
            <p:ph type="title"/>
          </p:nvPr>
        </p:nvSpPr>
        <p:spPr/>
        <p:txBody>
          <a:bodyPr/>
          <a:lstStyle/>
          <a:p>
            <a:r>
              <a:rPr lang="zh-CN" altLang="en-US">
                <a:cs typeface="Times New Roman" panose="02020603050405020304" pitchFamily="18" charset="0"/>
              </a:rPr>
              <a:t>在</a:t>
            </a:r>
            <a:r>
              <a:rPr lang="en-US" altLang="zh-CN">
                <a:cs typeface="Times New Roman" panose="02020603050405020304" pitchFamily="18" charset="0"/>
              </a:rPr>
              <a:t>Linux</a:t>
            </a:r>
            <a:r>
              <a:rPr lang="zh-CN" altLang="en-US">
                <a:cs typeface="Times New Roman" panose="02020603050405020304" pitchFamily="18" charset="0"/>
              </a:rPr>
              <a:t>环境下运行</a:t>
            </a:r>
            <a:r>
              <a:rPr lang="en-US" altLang="zh-CN">
                <a:cs typeface="Times New Roman" panose="02020603050405020304" pitchFamily="18" charset="0"/>
              </a:rPr>
              <a:t>Python</a:t>
            </a:r>
            <a:r>
              <a:rPr lang="zh-CN" altLang="en-US">
                <a:cs typeface="Times New Roman" panose="02020603050405020304" pitchFamily="18" charset="0"/>
              </a:rPr>
              <a:t>脚本</a:t>
            </a:r>
            <a:endParaRPr lang="zh-CN" altLang="en-US"/>
          </a:p>
        </p:txBody>
      </p:sp>
      <p:sp>
        <p:nvSpPr>
          <p:cNvPr id="5" name="文本框 4">
            <a:extLst>
              <a:ext uri="{FF2B5EF4-FFF2-40B4-BE49-F238E27FC236}">
                <a16:creationId xmlns:a16="http://schemas.microsoft.com/office/drawing/2014/main" id="{B18117F8-74C5-C4FB-51E4-CAAE862956DA}"/>
              </a:ext>
            </a:extLst>
          </p:cNvPr>
          <p:cNvSpPr txBox="1"/>
          <p:nvPr/>
        </p:nvSpPr>
        <p:spPr>
          <a:xfrm>
            <a:off x="572372" y="2366272"/>
            <a:ext cx="2408153" cy="369332"/>
          </a:xfrm>
          <a:prstGeom prst="rect">
            <a:avLst/>
          </a:prstGeom>
          <a:noFill/>
        </p:spPr>
        <p:txBody>
          <a:bodyPr wrap="square" rtlCol="0">
            <a:spAutoFit/>
          </a:bodyPr>
          <a:lstStyle/>
          <a:p>
            <a:r>
              <a:rPr lang="en-US" altLang="zh-CN" sz="1800">
                <a:solidFill>
                  <a:srgbClr val="008000"/>
                </a:solidFill>
                <a:highlight>
                  <a:srgbClr val="FFFFFF"/>
                </a:highlight>
              </a:rPr>
              <a:t>#! /</a:t>
            </a:r>
            <a:r>
              <a:rPr lang="en-US" altLang="zh-CN" sz="1800" err="1">
                <a:solidFill>
                  <a:srgbClr val="008000"/>
                </a:solidFill>
                <a:highlight>
                  <a:srgbClr val="FFFFFF"/>
                </a:highlight>
              </a:rPr>
              <a:t>usr</a:t>
            </a:r>
            <a:r>
              <a:rPr lang="en-US" altLang="zh-CN" sz="1800">
                <a:solidFill>
                  <a:srgbClr val="008000"/>
                </a:solidFill>
                <a:highlight>
                  <a:srgbClr val="FFFFFF"/>
                </a:highlight>
              </a:rPr>
              <a:t>/bin/env python</a:t>
            </a:r>
            <a:endParaRPr lang="en-US" altLang="zh-CN" sz="1800">
              <a:solidFill>
                <a:srgbClr val="000000"/>
              </a:solidFill>
              <a:highlight>
                <a:srgbClr val="FFFFFF"/>
              </a:highlight>
            </a:endParaRPr>
          </a:p>
        </p:txBody>
      </p:sp>
    </p:spTree>
    <p:extLst>
      <p:ext uri="{BB962C8B-B14F-4D97-AF65-F5344CB8AC3E}">
        <p14:creationId xmlns:p14="http://schemas.microsoft.com/office/powerpoint/2010/main" val="34868118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89117-A0E4-6DB6-92E3-215F6EAFA6C5}"/>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C40B3F1B-872E-FF3F-9CAB-7186DC3E11DD}"/>
              </a:ext>
            </a:extLst>
          </p:cNvPr>
          <p:cNvSpPr>
            <a:spLocks noGrp="1"/>
          </p:cNvSpPr>
          <p:nvPr>
            <p:ph idx="1"/>
          </p:nvPr>
        </p:nvSpPr>
        <p:spPr/>
        <p:txBody>
          <a:bodyPr/>
          <a:lstStyle/>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在</a:t>
            </a:r>
            <a:r>
              <a:rPr lang="en-US" altLang="zh-CN" sz="2400">
                <a:solidFill>
                  <a:srgbClr val="000000"/>
                </a:solidFill>
                <a:cs typeface="Times New Roman" panose="02020603050405020304" pitchFamily="18" charset="0"/>
              </a:rPr>
              <a:t>Linux</a:t>
            </a:r>
            <a:r>
              <a:rPr lang="zh-CN" altLang="en-US" sz="2400">
                <a:solidFill>
                  <a:srgbClr val="000000"/>
                </a:solidFill>
                <a:cs typeface="Times New Roman" panose="02020603050405020304" pitchFamily="18" charset="0"/>
              </a:rPr>
              <a:t>下以两种方式运行：</a:t>
            </a: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在</a:t>
            </a:r>
            <a:r>
              <a:rPr lang="en-US" altLang="zh-CN" sz="2400">
                <a:solidFill>
                  <a:srgbClr val="000000"/>
                </a:solidFill>
                <a:cs typeface="Times New Roman" panose="02020603050405020304" pitchFamily="18" charset="0"/>
              </a:rPr>
              <a:t>Windows</a:t>
            </a:r>
            <a:r>
              <a:rPr lang="zh-CN" altLang="en-US" sz="2400">
                <a:solidFill>
                  <a:srgbClr val="000000"/>
                </a:solidFill>
                <a:cs typeface="Times New Roman" panose="02020603050405020304" pitchFamily="18" charset="0"/>
              </a:rPr>
              <a:t>运行不受影响：</a:t>
            </a: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A6501C5B-B8C7-35FA-CAD2-4CD6D135BCA4}"/>
              </a:ext>
            </a:extLst>
          </p:cNvPr>
          <p:cNvSpPr>
            <a:spLocks noGrp="1"/>
          </p:cNvSpPr>
          <p:nvPr>
            <p:ph type="title"/>
          </p:nvPr>
        </p:nvSpPr>
        <p:spPr/>
        <p:txBody>
          <a:bodyPr/>
          <a:lstStyle/>
          <a:p>
            <a:r>
              <a:rPr lang="zh-CN" altLang="en-US">
                <a:cs typeface="Times New Roman" panose="02020603050405020304" pitchFamily="18" charset="0"/>
              </a:rPr>
              <a:t>在</a:t>
            </a:r>
            <a:r>
              <a:rPr lang="en-US" altLang="zh-CN">
                <a:cs typeface="Times New Roman" panose="02020603050405020304" pitchFamily="18" charset="0"/>
              </a:rPr>
              <a:t>Linux</a:t>
            </a:r>
            <a:r>
              <a:rPr lang="zh-CN" altLang="en-US">
                <a:cs typeface="Times New Roman" panose="02020603050405020304" pitchFamily="18" charset="0"/>
              </a:rPr>
              <a:t>环境下运行</a:t>
            </a:r>
            <a:r>
              <a:rPr lang="en-US" altLang="zh-CN">
                <a:cs typeface="Times New Roman" panose="02020603050405020304" pitchFamily="18" charset="0"/>
              </a:rPr>
              <a:t>Python</a:t>
            </a:r>
            <a:r>
              <a:rPr lang="zh-CN" altLang="en-US">
                <a:cs typeface="Times New Roman" panose="02020603050405020304" pitchFamily="18" charset="0"/>
              </a:rPr>
              <a:t>脚本</a:t>
            </a:r>
            <a:endParaRPr lang="zh-CN" altLang="en-US"/>
          </a:p>
        </p:txBody>
      </p:sp>
      <p:pic>
        <p:nvPicPr>
          <p:cNvPr id="8" name="图片 7">
            <a:extLst>
              <a:ext uri="{FF2B5EF4-FFF2-40B4-BE49-F238E27FC236}">
                <a16:creationId xmlns:a16="http://schemas.microsoft.com/office/drawing/2014/main" id="{5A2F697B-2F0F-B5BA-6B25-80C127B47050}"/>
              </a:ext>
            </a:extLst>
          </p:cNvPr>
          <p:cNvPicPr>
            <a:picLocks noChangeAspect="1"/>
          </p:cNvPicPr>
          <p:nvPr/>
        </p:nvPicPr>
        <p:blipFill>
          <a:blip r:embed="rId2"/>
          <a:stretch>
            <a:fillRect/>
          </a:stretch>
        </p:blipFill>
        <p:spPr>
          <a:xfrm>
            <a:off x="689178" y="1621026"/>
            <a:ext cx="6792686" cy="2485364"/>
          </a:xfrm>
          <a:prstGeom prst="rect">
            <a:avLst/>
          </a:prstGeom>
        </p:spPr>
      </p:pic>
      <p:pic>
        <p:nvPicPr>
          <p:cNvPr id="16" name="图片 15">
            <a:extLst>
              <a:ext uri="{FF2B5EF4-FFF2-40B4-BE49-F238E27FC236}">
                <a16:creationId xmlns:a16="http://schemas.microsoft.com/office/drawing/2014/main" id="{E139356F-17D1-EC86-C606-85E1105F8B8C}"/>
              </a:ext>
            </a:extLst>
          </p:cNvPr>
          <p:cNvPicPr>
            <a:picLocks noChangeAspect="1"/>
          </p:cNvPicPr>
          <p:nvPr/>
        </p:nvPicPr>
        <p:blipFill>
          <a:blip r:embed="rId3"/>
          <a:stretch>
            <a:fillRect/>
          </a:stretch>
        </p:blipFill>
        <p:spPr>
          <a:xfrm>
            <a:off x="689178" y="4792580"/>
            <a:ext cx="4743168" cy="1454636"/>
          </a:xfrm>
          <a:prstGeom prst="rect">
            <a:avLst/>
          </a:prstGeom>
        </p:spPr>
      </p:pic>
    </p:spTree>
    <p:extLst>
      <p:ext uri="{BB962C8B-B14F-4D97-AF65-F5344CB8AC3E}">
        <p14:creationId xmlns:p14="http://schemas.microsoft.com/office/powerpoint/2010/main" val="4299273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F5DB2CE-451C-4B4B-BAD0-4FF522B82806}"/>
              </a:ext>
            </a:extLst>
          </p:cNvPr>
          <p:cNvSpPr>
            <a:spLocks noGrp="1"/>
          </p:cNvSpPr>
          <p:nvPr>
            <p:ph idx="1"/>
          </p:nvPr>
        </p:nvSpPr>
        <p:spPr/>
        <p:txBody>
          <a:bodyPr/>
          <a:lstStyle/>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下例演示了一个用于计算斐波那契数列的</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脚本。斐波那契数列由</a:t>
            </a:r>
            <a:r>
              <a:rPr lang="en-US" altLang="zh-CN" sz="2400">
                <a:solidFill>
                  <a:srgbClr val="000000"/>
                </a:solidFill>
                <a:cs typeface="Times New Roman" panose="02020603050405020304" pitchFamily="18" charset="0"/>
              </a:rPr>
              <a:t>0</a:t>
            </a:r>
            <a:r>
              <a:rPr lang="zh-CN" altLang="en-US" sz="2400">
                <a:solidFill>
                  <a:srgbClr val="000000"/>
                </a:solidFill>
                <a:cs typeface="Times New Roman" panose="02020603050405020304" pitchFamily="18" charset="0"/>
              </a:rPr>
              <a:t>和</a:t>
            </a:r>
            <a:r>
              <a:rPr lang="en-US" altLang="zh-CN" sz="2400">
                <a:solidFill>
                  <a:srgbClr val="000000"/>
                </a:solidFill>
                <a:cs typeface="Times New Roman" panose="02020603050405020304" pitchFamily="18" charset="0"/>
              </a:rPr>
              <a:t>1</a:t>
            </a:r>
            <a:r>
              <a:rPr lang="zh-CN" altLang="en-US" sz="2400">
                <a:solidFill>
                  <a:srgbClr val="000000"/>
                </a:solidFill>
                <a:cs typeface="Times New Roman" panose="02020603050405020304" pitchFamily="18" charset="0"/>
              </a:rPr>
              <a:t>开始，之后的每一项都等于前两项之和。</a:t>
            </a: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r>
              <a:rPr lang="zh-CN" altLang="en-US" sz="2400">
                <a:solidFill>
                  <a:srgbClr val="000000"/>
                </a:solidFill>
                <a:cs typeface="Times New Roman" panose="02020603050405020304" pitchFamily="18" charset="0"/>
              </a:rPr>
              <a:t>注意上例中的条件判断语句“</a:t>
            </a:r>
            <a:r>
              <a:rPr lang="en-US" altLang="zh-CN" sz="2400">
                <a:solidFill>
                  <a:srgbClr val="000000"/>
                </a:solidFill>
                <a:cs typeface="Times New Roman" panose="02020603050405020304" pitchFamily="18" charset="0"/>
              </a:rPr>
              <a:t>if __name__ == '__main__'”</a:t>
            </a:r>
            <a:r>
              <a:rPr lang="zh-CN" altLang="en-US" sz="2400">
                <a:solidFill>
                  <a:srgbClr val="000000"/>
                </a:solidFill>
                <a:cs typeface="Times New Roman" panose="02020603050405020304" pitchFamily="18" charset="0"/>
              </a:rPr>
              <a:t>，其中的变量</a:t>
            </a:r>
            <a:r>
              <a:rPr lang="en-US" altLang="zh-CN" sz="2400">
                <a:solidFill>
                  <a:srgbClr val="000000"/>
                </a:solidFill>
                <a:cs typeface="Times New Roman" panose="02020603050405020304" pitchFamily="18" charset="0"/>
              </a:rPr>
              <a:t>__name__</a:t>
            </a:r>
            <a:r>
              <a:rPr lang="zh-CN" altLang="en-US" sz="2400">
                <a:solidFill>
                  <a:srgbClr val="000000"/>
                </a:solidFill>
                <a:cs typeface="Times New Roman" panose="02020603050405020304" pitchFamily="18" charset="0"/>
              </a:rPr>
              <a:t>由</a:t>
            </a:r>
            <a:r>
              <a:rPr lang="en-US" altLang="zh-CN" sz="2400">
                <a:solidFill>
                  <a:srgbClr val="000000"/>
                </a:solidFill>
                <a:cs typeface="Times New Roman" panose="02020603050405020304" pitchFamily="18" charset="0"/>
              </a:rPr>
              <a:t>Python</a:t>
            </a:r>
            <a:r>
              <a:rPr lang="zh-CN" altLang="en-US" sz="2400">
                <a:solidFill>
                  <a:srgbClr val="000000"/>
                </a:solidFill>
                <a:cs typeface="Times New Roman" panose="02020603050405020304" pitchFamily="18" charset="0"/>
              </a:rPr>
              <a:t>自动维护。当源程序文件被直接运行时，</a:t>
            </a:r>
            <a:r>
              <a:rPr lang="en-US" altLang="zh-CN" sz="2400">
                <a:solidFill>
                  <a:srgbClr val="000000"/>
                </a:solidFill>
                <a:cs typeface="Times New Roman" panose="02020603050405020304" pitchFamily="18" charset="0"/>
              </a:rPr>
              <a:t>__name__</a:t>
            </a:r>
            <a:r>
              <a:rPr lang="zh-CN" altLang="en-US" sz="2400">
                <a:solidFill>
                  <a:srgbClr val="000000"/>
                </a:solidFill>
                <a:cs typeface="Times New Roman" panose="02020603050405020304" pitchFamily="18" charset="0"/>
              </a:rPr>
              <a:t>的值为字符串 </a:t>
            </a:r>
            <a:r>
              <a:rPr lang="en-US" altLang="zh-CN" sz="2400">
                <a:solidFill>
                  <a:srgbClr val="000000"/>
                </a:solidFill>
                <a:cs typeface="Times New Roman" panose="02020603050405020304" pitchFamily="18" charset="0"/>
              </a:rPr>
              <a:t>'__main__'</a:t>
            </a:r>
            <a:r>
              <a:rPr lang="zh-CN" altLang="en-US" sz="2400">
                <a:solidFill>
                  <a:srgbClr val="000000"/>
                </a:solidFill>
                <a:cs typeface="Times New Roman" panose="02020603050405020304" pitchFamily="18" charset="0"/>
              </a:rPr>
              <a:t>；当作为包被导入时，</a:t>
            </a:r>
            <a:r>
              <a:rPr lang="en-US" altLang="zh-CN" sz="2400">
                <a:solidFill>
                  <a:srgbClr val="000000"/>
                </a:solidFill>
                <a:cs typeface="Times New Roman" panose="02020603050405020304" pitchFamily="18" charset="0"/>
              </a:rPr>
              <a:t>__name__</a:t>
            </a:r>
            <a:r>
              <a:rPr lang="zh-CN" altLang="en-US" sz="2400">
                <a:solidFill>
                  <a:srgbClr val="000000"/>
                </a:solidFill>
                <a:cs typeface="Times New Roman" panose="02020603050405020304" pitchFamily="18" charset="0"/>
              </a:rPr>
              <a:t>的值为源程序文件名</a:t>
            </a:r>
            <a:r>
              <a:rPr lang="en-US" altLang="zh-CN" sz="2400">
                <a:solidFill>
                  <a:srgbClr val="000000"/>
                </a:solidFill>
                <a:cs typeface="Times New Roman" panose="02020603050405020304" pitchFamily="18" charset="0"/>
              </a:rPr>
              <a:t>(</a:t>
            </a:r>
            <a:r>
              <a:rPr lang="zh-CN" altLang="en-US" sz="2400">
                <a:solidFill>
                  <a:srgbClr val="000000"/>
                </a:solidFill>
                <a:cs typeface="Times New Roman" panose="02020603050405020304" pitchFamily="18" charset="0"/>
              </a:rPr>
              <a:t>没有扩展名</a:t>
            </a:r>
            <a:r>
              <a:rPr lang="en-US" altLang="zh-CN" sz="2400">
                <a:solidFill>
                  <a:srgbClr val="000000"/>
                </a:solidFill>
                <a:cs typeface="Times New Roman" panose="02020603050405020304" pitchFamily="18" charset="0"/>
              </a:rPr>
              <a:t>.</a:t>
            </a:r>
            <a:r>
              <a:rPr lang="en-US" altLang="zh-CN" sz="2400" err="1">
                <a:solidFill>
                  <a:srgbClr val="000000"/>
                </a:solidFill>
                <a:cs typeface="Times New Roman" panose="02020603050405020304" pitchFamily="18" charset="0"/>
              </a:rPr>
              <a:t>py</a:t>
            </a:r>
            <a:r>
              <a:rPr lang="en-US" altLang="zh-CN" sz="2400">
                <a:solidFill>
                  <a:srgbClr val="000000"/>
                </a:solidFill>
                <a:cs typeface="Times New Roman" panose="02020603050405020304" pitchFamily="18" charset="0"/>
              </a:rPr>
              <a:t>)</a:t>
            </a:r>
            <a:endParaRPr lang="zh-CN" altLang="en-US" sz="240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93A4B315-D4C4-44B0-97B4-6C53A6D63370}"/>
              </a:ext>
            </a:extLst>
          </p:cNvPr>
          <p:cNvSpPr>
            <a:spLocks noGrp="1"/>
          </p:cNvSpPr>
          <p:nvPr>
            <p:ph type="title"/>
          </p:nvPr>
        </p:nvSpPr>
        <p:spPr/>
        <p:txBody>
          <a:bodyPr/>
          <a:lstStyle/>
          <a:p>
            <a:r>
              <a:rPr lang="en-US" altLang="zh-CN">
                <a:cs typeface="Times New Roman" panose="02020603050405020304" pitchFamily="18" charset="0"/>
              </a:rPr>
              <a:t>Python</a:t>
            </a:r>
            <a:r>
              <a:rPr lang="zh-CN" altLang="en-US">
                <a:cs typeface="Times New Roman" panose="02020603050405020304" pitchFamily="18" charset="0"/>
              </a:rPr>
              <a:t>脚本</a:t>
            </a:r>
            <a:r>
              <a:rPr lang="zh-CN" altLang="en-US"/>
              <a:t>示例</a:t>
            </a:r>
          </a:p>
        </p:txBody>
      </p:sp>
      <p:sp>
        <p:nvSpPr>
          <p:cNvPr id="5" name="文本框 4">
            <a:extLst>
              <a:ext uri="{FF2B5EF4-FFF2-40B4-BE49-F238E27FC236}">
                <a16:creationId xmlns:a16="http://schemas.microsoft.com/office/drawing/2014/main" id="{E1C8B895-C07C-4996-857C-077284AFC999}"/>
              </a:ext>
            </a:extLst>
          </p:cNvPr>
          <p:cNvSpPr txBox="1"/>
          <p:nvPr/>
        </p:nvSpPr>
        <p:spPr>
          <a:xfrm>
            <a:off x="540000" y="1943239"/>
            <a:ext cx="8278741" cy="3046988"/>
          </a:xfrm>
          <a:prstGeom prst="rect">
            <a:avLst/>
          </a:prstGeom>
          <a:noFill/>
        </p:spPr>
        <p:txBody>
          <a:bodyPr wrap="square">
            <a:spAutoFit/>
          </a:bodyPr>
          <a:lstStyle/>
          <a:p>
            <a:r>
              <a:rPr lang="en-US" sz="1600">
                <a:solidFill>
                  <a:srgbClr val="008000"/>
                </a:solidFill>
                <a:highlight>
                  <a:srgbClr val="FFFFFF"/>
                </a:highlight>
              </a:rPr>
              <a:t>#</a:t>
            </a:r>
            <a:r>
              <a:rPr lang="en-US" sz="1600">
                <a:solidFill>
                  <a:srgbClr val="008000"/>
                </a:solidFill>
                <a:highlight>
                  <a:srgbClr val="FFFFFF"/>
                </a:highlight>
                <a:latin typeface="Courier New" panose="02070309020205020404" pitchFamily="49" charset="0"/>
                <a:cs typeface="Courier New" panose="02070309020205020404" pitchFamily="49" charset="0"/>
              </a:rPr>
              <a:t>! /</a:t>
            </a:r>
            <a:r>
              <a:rPr lang="en-US" sz="1600" err="1">
                <a:solidFill>
                  <a:srgbClr val="008000"/>
                </a:solidFill>
                <a:highlight>
                  <a:srgbClr val="FFFFFF"/>
                </a:highlight>
                <a:latin typeface="Courier New" panose="02070309020205020404" pitchFamily="49" charset="0"/>
                <a:cs typeface="Courier New" panose="02070309020205020404" pitchFamily="49" charset="0"/>
              </a:rPr>
              <a:t>usr</a:t>
            </a:r>
            <a:r>
              <a:rPr lang="en-US" sz="1600">
                <a:solidFill>
                  <a:srgbClr val="008000"/>
                </a:solidFill>
                <a:highlight>
                  <a:srgbClr val="FFFFFF"/>
                </a:highlight>
                <a:latin typeface="Courier New" panose="02070309020205020404" pitchFamily="49" charset="0"/>
                <a:cs typeface="Courier New" panose="02070309020205020404" pitchFamily="49" charset="0"/>
              </a:rPr>
              <a:t>/bin/env python</a:t>
            </a:r>
            <a:endParaRPr lang="en-US" sz="1600">
              <a:solidFill>
                <a:srgbClr val="000000"/>
              </a:solidFill>
              <a:highlight>
                <a:srgbClr val="FFFFFF"/>
              </a:highlight>
              <a:latin typeface="Courier New" panose="02070309020205020404" pitchFamily="49" charset="0"/>
              <a:cs typeface="Courier New" panose="02070309020205020404" pitchFamily="49" charset="0"/>
            </a:endParaRPr>
          </a:p>
          <a:p>
            <a:endParaRPr lang="en-US" sz="1600">
              <a:solidFill>
                <a:srgbClr val="000000"/>
              </a:solidFill>
              <a:highlight>
                <a:srgbClr val="FFFFFF"/>
              </a:highlight>
              <a:latin typeface="Courier New" panose="02070309020205020404" pitchFamily="49" charset="0"/>
              <a:cs typeface="Courier New" panose="02070309020205020404" pitchFamily="49" charset="0"/>
            </a:endParaRPr>
          </a:p>
          <a:p>
            <a:r>
              <a:rPr lang="en-US" sz="1600" b="1">
                <a:solidFill>
                  <a:srgbClr val="0000FF"/>
                </a:solidFill>
                <a:highlight>
                  <a:srgbClr val="FFFFFF"/>
                </a:highlight>
                <a:latin typeface="Courier New" panose="02070309020205020404" pitchFamily="49" charset="0"/>
                <a:cs typeface="Courier New" panose="02070309020205020404" pitchFamily="49" charset="0"/>
              </a:rPr>
              <a:t>def</a:t>
            </a:r>
            <a:r>
              <a:rPr lang="en-US" sz="1600" b="0">
                <a:solidFill>
                  <a:srgbClr val="000000"/>
                </a:solidFill>
                <a:highlight>
                  <a:srgbClr val="FFFFFF"/>
                </a:highlight>
                <a:latin typeface="Courier New" panose="02070309020205020404" pitchFamily="49" charset="0"/>
                <a:cs typeface="Courier New" panose="02070309020205020404" pitchFamily="49" charset="0"/>
              </a:rPr>
              <a:t> </a:t>
            </a:r>
            <a:r>
              <a:rPr lang="en-US" sz="1600" b="0">
                <a:solidFill>
                  <a:srgbClr val="400040"/>
                </a:solidFill>
                <a:highlight>
                  <a:srgbClr val="FFFFFF"/>
                </a:highlight>
                <a:latin typeface="Courier New" panose="02070309020205020404" pitchFamily="49" charset="0"/>
                <a:cs typeface="Courier New" panose="02070309020205020404" pitchFamily="49" charset="0"/>
              </a:rPr>
              <a:t>fib</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n</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endParaRPr lang="en-US" sz="1600" b="0">
              <a:solidFill>
                <a:srgbClr val="000000"/>
              </a:solidFill>
              <a:highlight>
                <a:srgbClr val="FFFFFF"/>
              </a:highlight>
              <a:latin typeface="Courier New" panose="02070309020205020404" pitchFamily="49" charset="0"/>
              <a:cs typeface="Courier New" panose="02070309020205020404" pitchFamily="49" charset="0"/>
            </a:endParaRPr>
          </a:p>
          <a:p>
            <a:r>
              <a:rPr lang="en-US" sz="1600" b="0">
                <a:solidFill>
                  <a:srgbClr val="000000"/>
                </a:solidFill>
                <a:highlight>
                  <a:srgbClr val="FFFFFF"/>
                </a:highlight>
                <a:latin typeface="Courier New" panose="02070309020205020404" pitchFamily="49" charset="0"/>
                <a:cs typeface="Courier New" panose="02070309020205020404" pitchFamily="49" charset="0"/>
              </a:rPr>
              <a:t>    </a:t>
            </a:r>
            <a:r>
              <a:rPr lang="en-US" sz="1600" b="0">
                <a:solidFill>
                  <a:srgbClr val="FF8000"/>
                </a:solidFill>
                <a:highlight>
                  <a:srgbClr val="FFFFFF"/>
                </a:highlight>
                <a:latin typeface="Courier New" panose="02070309020205020404" pitchFamily="49" charset="0"/>
                <a:cs typeface="Courier New" panose="02070309020205020404" pitchFamily="49" charset="0"/>
              </a:rPr>
              <a:t>"""Print a Fibonacci series up to n."""</a:t>
            </a:r>
            <a:endParaRPr lang="en-US" sz="1600" b="0">
              <a:solidFill>
                <a:srgbClr val="000000"/>
              </a:solidFill>
              <a:highlight>
                <a:srgbClr val="FFFFFF"/>
              </a:highlight>
              <a:latin typeface="Courier New" panose="02070309020205020404" pitchFamily="49" charset="0"/>
              <a:cs typeface="Courier New" panose="02070309020205020404" pitchFamily="49" charset="0"/>
            </a:endParaRPr>
          </a:p>
          <a:p>
            <a:r>
              <a:rPr lang="en-US" sz="1600" b="0">
                <a:solidFill>
                  <a:srgbClr val="000000"/>
                </a:solidFill>
                <a:highlight>
                  <a:srgbClr val="FFFFFF"/>
                </a:highlight>
                <a:latin typeface="Courier New" panose="02070309020205020404" pitchFamily="49" charset="0"/>
                <a:cs typeface="Courier New" panose="02070309020205020404" pitchFamily="49" charset="0"/>
              </a:rPr>
              <a:t>    a</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 b </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 </a:t>
            </a:r>
            <a:r>
              <a:rPr lang="en-US" sz="1600" b="0">
                <a:solidFill>
                  <a:srgbClr val="FF0000"/>
                </a:solidFill>
                <a:highlight>
                  <a:srgbClr val="FFFFFF"/>
                </a:highlight>
                <a:latin typeface="Courier New" panose="02070309020205020404" pitchFamily="49" charset="0"/>
                <a:cs typeface="Courier New" panose="02070309020205020404" pitchFamily="49" charset="0"/>
              </a:rPr>
              <a:t>0</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 </a:t>
            </a:r>
            <a:r>
              <a:rPr lang="en-US" sz="1600" b="0">
                <a:solidFill>
                  <a:srgbClr val="FF0000"/>
                </a:solidFill>
                <a:highlight>
                  <a:srgbClr val="FFFFFF"/>
                </a:highlight>
                <a:latin typeface="Courier New" panose="02070309020205020404" pitchFamily="49" charset="0"/>
                <a:cs typeface="Courier New" panose="02070309020205020404" pitchFamily="49" charset="0"/>
              </a:rPr>
              <a:t>1</a:t>
            </a:r>
            <a:endParaRPr lang="en-US" sz="1600" b="0">
              <a:solidFill>
                <a:srgbClr val="000000"/>
              </a:solidFill>
              <a:highlight>
                <a:srgbClr val="FFFFFF"/>
              </a:highlight>
              <a:latin typeface="Courier New" panose="02070309020205020404" pitchFamily="49" charset="0"/>
              <a:cs typeface="Courier New" panose="02070309020205020404" pitchFamily="49" charset="0"/>
            </a:endParaRPr>
          </a:p>
          <a:p>
            <a:r>
              <a:rPr lang="en-US" sz="1600" b="0">
                <a:solidFill>
                  <a:srgbClr val="000000"/>
                </a:solidFill>
                <a:highlight>
                  <a:srgbClr val="FFFFFF"/>
                </a:highlight>
                <a:latin typeface="Courier New" panose="02070309020205020404" pitchFamily="49" charset="0"/>
                <a:cs typeface="Courier New" panose="02070309020205020404" pitchFamily="49" charset="0"/>
              </a:rPr>
              <a:t>    </a:t>
            </a:r>
            <a:r>
              <a:rPr lang="en-US" sz="1600" b="1">
                <a:solidFill>
                  <a:srgbClr val="0000FF"/>
                </a:solidFill>
                <a:highlight>
                  <a:srgbClr val="FFFFFF"/>
                </a:highlight>
                <a:latin typeface="Courier New" panose="02070309020205020404" pitchFamily="49" charset="0"/>
                <a:cs typeface="Courier New" panose="02070309020205020404" pitchFamily="49" charset="0"/>
              </a:rPr>
              <a:t>while</a:t>
            </a:r>
            <a:r>
              <a:rPr lang="en-US" sz="1600" b="0">
                <a:solidFill>
                  <a:srgbClr val="000000"/>
                </a:solidFill>
                <a:highlight>
                  <a:srgbClr val="FFFFFF"/>
                </a:highlight>
                <a:latin typeface="Courier New" panose="02070309020205020404" pitchFamily="49" charset="0"/>
                <a:cs typeface="Courier New" panose="02070309020205020404" pitchFamily="49" charset="0"/>
              </a:rPr>
              <a:t> a </a:t>
            </a:r>
            <a:r>
              <a:rPr lang="en-US" sz="1600" b="1">
                <a:solidFill>
                  <a:srgbClr val="000080"/>
                </a:solidFill>
                <a:highlight>
                  <a:srgbClr val="FFFFFF"/>
                </a:highlight>
                <a:latin typeface="Courier New" panose="02070309020205020404" pitchFamily="49" charset="0"/>
                <a:cs typeface="Courier New" panose="02070309020205020404" pitchFamily="49" charset="0"/>
              </a:rPr>
              <a:t>&lt;</a:t>
            </a:r>
            <a:r>
              <a:rPr lang="en-US" sz="1600" b="0">
                <a:solidFill>
                  <a:srgbClr val="000000"/>
                </a:solidFill>
                <a:highlight>
                  <a:srgbClr val="FFFFFF"/>
                </a:highlight>
                <a:latin typeface="Courier New" panose="02070309020205020404" pitchFamily="49" charset="0"/>
                <a:cs typeface="Courier New" panose="02070309020205020404" pitchFamily="49" charset="0"/>
              </a:rPr>
              <a:t> n</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endParaRPr lang="en-US" sz="1600" b="0">
              <a:solidFill>
                <a:srgbClr val="000000"/>
              </a:solidFill>
              <a:highlight>
                <a:srgbClr val="FFFFFF"/>
              </a:highlight>
              <a:latin typeface="Courier New" panose="02070309020205020404" pitchFamily="49" charset="0"/>
              <a:cs typeface="Courier New" panose="02070309020205020404" pitchFamily="49" charset="0"/>
            </a:endParaRPr>
          </a:p>
          <a:p>
            <a:r>
              <a:rPr lang="en-US" sz="1600" b="0">
                <a:solidFill>
                  <a:srgbClr val="000000"/>
                </a:solidFill>
                <a:highlight>
                  <a:srgbClr val="FFFFFF"/>
                </a:highlight>
                <a:latin typeface="Courier New" panose="02070309020205020404" pitchFamily="49" charset="0"/>
                <a:cs typeface="Courier New" panose="02070309020205020404" pitchFamily="49" charset="0"/>
              </a:rPr>
              <a:t>        </a:t>
            </a:r>
            <a:r>
              <a:rPr lang="en-US" sz="1600" b="1">
                <a:solidFill>
                  <a:srgbClr val="0000FF"/>
                </a:solidFill>
                <a:highlight>
                  <a:srgbClr val="FFFFFF"/>
                </a:highlight>
                <a:latin typeface="Courier New" panose="02070309020205020404" pitchFamily="49" charset="0"/>
                <a:cs typeface="Courier New" panose="02070309020205020404" pitchFamily="49" charset="0"/>
              </a:rPr>
              <a:t>print</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a</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endParaRPr lang="en-US" sz="1600" b="0">
              <a:solidFill>
                <a:srgbClr val="000000"/>
              </a:solidFill>
              <a:highlight>
                <a:srgbClr val="FFFFFF"/>
              </a:highlight>
              <a:latin typeface="Courier New" panose="02070309020205020404" pitchFamily="49" charset="0"/>
              <a:cs typeface="Courier New" panose="02070309020205020404" pitchFamily="49" charset="0"/>
            </a:endParaRPr>
          </a:p>
          <a:p>
            <a:r>
              <a:rPr lang="pt-BR" sz="1600" b="0">
                <a:solidFill>
                  <a:srgbClr val="000000"/>
                </a:solidFill>
                <a:highlight>
                  <a:srgbClr val="FFFFFF"/>
                </a:highlight>
                <a:latin typeface="Courier New" panose="02070309020205020404" pitchFamily="49" charset="0"/>
                <a:cs typeface="Courier New" panose="02070309020205020404" pitchFamily="49" charset="0"/>
              </a:rPr>
              <a:t>        a</a:t>
            </a:r>
            <a:r>
              <a:rPr lang="pt-BR" sz="1600" b="1">
                <a:solidFill>
                  <a:srgbClr val="000080"/>
                </a:solidFill>
                <a:highlight>
                  <a:srgbClr val="FFFFFF"/>
                </a:highlight>
                <a:latin typeface="Courier New" panose="02070309020205020404" pitchFamily="49" charset="0"/>
                <a:cs typeface="Courier New" panose="02070309020205020404" pitchFamily="49" charset="0"/>
              </a:rPr>
              <a:t>,</a:t>
            </a:r>
            <a:r>
              <a:rPr lang="pt-BR" sz="1600" b="0">
                <a:solidFill>
                  <a:srgbClr val="000000"/>
                </a:solidFill>
                <a:highlight>
                  <a:srgbClr val="FFFFFF"/>
                </a:highlight>
                <a:latin typeface="Courier New" panose="02070309020205020404" pitchFamily="49" charset="0"/>
                <a:cs typeface="Courier New" panose="02070309020205020404" pitchFamily="49" charset="0"/>
              </a:rPr>
              <a:t> b </a:t>
            </a:r>
            <a:r>
              <a:rPr lang="pt-BR" sz="1600" b="1">
                <a:solidFill>
                  <a:srgbClr val="000080"/>
                </a:solidFill>
                <a:highlight>
                  <a:srgbClr val="FFFFFF"/>
                </a:highlight>
                <a:latin typeface="Courier New" panose="02070309020205020404" pitchFamily="49" charset="0"/>
                <a:cs typeface="Courier New" panose="02070309020205020404" pitchFamily="49" charset="0"/>
              </a:rPr>
              <a:t>=</a:t>
            </a:r>
            <a:r>
              <a:rPr lang="pt-BR" sz="1600" b="0">
                <a:solidFill>
                  <a:srgbClr val="000000"/>
                </a:solidFill>
                <a:highlight>
                  <a:srgbClr val="FFFFFF"/>
                </a:highlight>
                <a:latin typeface="Courier New" panose="02070309020205020404" pitchFamily="49" charset="0"/>
                <a:cs typeface="Courier New" panose="02070309020205020404" pitchFamily="49" charset="0"/>
              </a:rPr>
              <a:t> b</a:t>
            </a:r>
            <a:r>
              <a:rPr lang="pt-BR" sz="1600" b="1">
                <a:solidFill>
                  <a:srgbClr val="000080"/>
                </a:solidFill>
                <a:highlight>
                  <a:srgbClr val="FFFFFF"/>
                </a:highlight>
                <a:latin typeface="Courier New" panose="02070309020205020404" pitchFamily="49" charset="0"/>
                <a:cs typeface="Courier New" panose="02070309020205020404" pitchFamily="49" charset="0"/>
              </a:rPr>
              <a:t>,</a:t>
            </a:r>
            <a:r>
              <a:rPr lang="pt-BR" sz="1600" b="0">
                <a:solidFill>
                  <a:srgbClr val="000000"/>
                </a:solidFill>
                <a:highlight>
                  <a:srgbClr val="FFFFFF"/>
                </a:highlight>
                <a:latin typeface="Courier New" panose="02070309020205020404" pitchFamily="49" charset="0"/>
                <a:cs typeface="Courier New" panose="02070309020205020404" pitchFamily="49" charset="0"/>
              </a:rPr>
              <a:t> a</a:t>
            </a:r>
            <a:r>
              <a:rPr lang="pt-BR" sz="1600" b="1">
                <a:solidFill>
                  <a:srgbClr val="000080"/>
                </a:solidFill>
                <a:highlight>
                  <a:srgbClr val="FFFFFF"/>
                </a:highlight>
                <a:latin typeface="Courier New" panose="02070309020205020404" pitchFamily="49" charset="0"/>
                <a:cs typeface="Courier New" panose="02070309020205020404" pitchFamily="49" charset="0"/>
              </a:rPr>
              <a:t>+</a:t>
            </a:r>
            <a:r>
              <a:rPr lang="pt-BR" sz="1600" b="0">
                <a:solidFill>
                  <a:srgbClr val="000000"/>
                </a:solidFill>
                <a:highlight>
                  <a:srgbClr val="FFFFFF"/>
                </a:highlight>
                <a:latin typeface="Courier New" panose="02070309020205020404" pitchFamily="49" charset="0"/>
                <a:cs typeface="Courier New" panose="02070309020205020404" pitchFamily="49" charset="0"/>
              </a:rPr>
              <a:t>b</a:t>
            </a:r>
          </a:p>
          <a:p>
            <a:endParaRPr lang="en-US" sz="1600" b="0">
              <a:solidFill>
                <a:srgbClr val="000000"/>
              </a:solidFill>
              <a:highlight>
                <a:srgbClr val="FFFFFF"/>
              </a:highlight>
              <a:latin typeface="Courier New" panose="02070309020205020404" pitchFamily="49" charset="0"/>
              <a:cs typeface="Courier New" panose="02070309020205020404" pitchFamily="49" charset="0"/>
            </a:endParaRPr>
          </a:p>
          <a:p>
            <a:r>
              <a:rPr lang="en-US" sz="1600" b="1">
                <a:solidFill>
                  <a:srgbClr val="0000FF"/>
                </a:solidFill>
                <a:highlight>
                  <a:srgbClr val="FFFFFF"/>
                </a:highlight>
                <a:latin typeface="Courier New" panose="02070309020205020404" pitchFamily="49" charset="0"/>
                <a:cs typeface="Courier New" panose="02070309020205020404" pitchFamily="49" charset="0"/>
              </a:rPr>
              <a:t>if</a:t>
            </a:r>
            <a:r>
              <a:rPr lang="en-US" sz="1600" b="0">
                <a:solidFill>
                  <a:srgbClr val="000000"/>
                </a:solidFill>
                <a:highlight>
                  <a:srgbClr val="FFFFFF"/>
                </a:highlight>
                <a:latin typeface="Courier New" panose="02070309020205020404" pitchFamily="49" charset="0"/>
                <a:cs typeface="Courier New" panose="02070309020205020404" pitchFamily="49" charset="0"/>
              </a:rPr>
              <a:t> __ name __ </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 '__main__'</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endParaRPr lang="en-US" sz="1600" b="0">
              <a:solidFill>
                <a:srgbClr val="000000"/>
              </a:solidFill>
              <a:highlight>
                <a:srgbClr val="FFFFFF"/>
              </a:highlight>
              <a:latin typeface="Courier New" panose="02070309020205020404" pitchFamily="49" charset="0"/>
              <a:cs typeface="Courier New" panose="02070309020205020404" pitchFamily="49" charset="0"/>
            </a:endParaRPr>
          </a:p>
          <a:p>
            <a:r>
              <a:rPr lang="en-US" sz="1600" b="0">
                <a:solidFill>
                  <a:srgbClr val="000000"/>
                </a:solidFill>
                <a:highlight>
                  <a:srgbClr val="FFFFFF"/>
                </a:highlight>
                <a:latin typeface="Courier New" panose="02070309020205020404" pitchFamily="49" charset="0"/>
                <a:cs typeface="Courier New" panose="02070309020205020404" pitchFamily="49" charset="0"/>
              </a:rPr>
              <a:t>    n </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 int</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input</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'Please enter a number:'</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endParaRPr lang="en-US" sz="1600" b="0">
              <a:solidFill>
                <a:srgbClr val="000000"/>
              </a:solidFill>
              <a:highlight>
                <a:srgbClr val="FFFFFF"/>
              </a:highlight>
              <a:latin typeface="Courier New" panose="02070309020205020404" pitchFamily="49" charset="0"/>
              <a:cs typeface="Courier New" panose="02070309020205020404" pitchFamily="49" charset="0"/>
            </a:endParaRPr>
          </a:p>
          <a:p>
            <a:r>
              <a:rPr lang="en-US" sz="1600" b="0">
                <a:solidFill>
                  <a:srgbClr val="000000"/>
                </a:solidFill>
                <a:highlight>
                  <a:srgbClr val="FFFFFF"/>
                </a:highlight>
                <a:latin typeface="Courier New" panose="02070309020205020404" pitchFamily="49" charset="0"/>
                <a:cs typeface="Courier New" panose="02070309020205020404" pitchFamily="49" charset="0"/>
              </a:rPr>
              <a:t>    fib</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r>
              <a:rPr lang="en-US" sz="1600" b="0">
                <a:solidFill>
                  <a:srgbClr val="000000"/>
                </a:solidFill>
                <a:highlight>
                  <a:srgbClr val="FFFFFF"/>
                </a:highlight>
                <a:latin typeface="Courier New" panose="02070309020205020404" pitchFamily="49" charset="0"/>
                <a:cs typeface="Courier New" panose="02070309020205020404" pitchFamily="49" charset="0"/>
              </a:rPr>
              <a:t>n</a:t>
            </a:r>
            <a:r>
              <a:rPr lang="en-US" sz="1600" b="1">
                <a:solidFill>
                  <a:srgbClr val="000080"/>
                </a:solidFill>
                <a:highlight>
                  <a:srgbClr val="FFFFFF"/>
                </a:highlight>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628527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vert="horz" wrap="square" lIns="91440" tIns="45720" rIns="91440" bIns="45720" anchor="ctr" anchorCtr="0"/>
          <a:lstStyle/>
          <a:p>
            <a:r>
              <a:rPr lang="en-US" altLang="en-US"/>
              <a:t>Python</a:t>
            </a:r>
            <a:r>
              <a:rPr lang="zh-CN" altLang="en-US"/>
              <a:t>脚本的</a:t>
            </a:r>
            <a:r>
              <a:rPr lang="en-US" altLang="zh-CN"/>
              <a:t>__</a:t>
            </a:r>
            <a:r>
              <a:rPr lang="en-US" altLang="en-US"/>
              <a:t>name__</a:t>
            </a:r>
            <a:r>
              <a:rPr lang="zh-CN" altLang="en-US"/>
              <a:t>属性</a:t>
            </a:r>
            <a:endParaRPr lang="en-US" altLang="en-US"/>
          </a:p>
        </p:txBody>
      </p:sp>
      <p:sp>
        <p:nvSpPr>
          <p:cNvPr id="83971" name="内容占位符 2"/>
          <p:cNvSpPr>
            <a:spLocks noGrp="1"/>
          </p:cNvSpPr>
          <p:nvPr>
            <p:ph idx="1"/>
          </p:nvPr>
        </p:nvSpPr>
        <p:spPr/>
        <p:txBody>
          <a:bodyPr vert="horz" wrap="square" lIns="91440" tIns="45720" rIns="91440" bIns="45720" anchor="t" anchorCtr="0"/>
          <a:lstStyle/>
          <a:p>
            <a:r>
              <a:rPr lang="zh-CN" altLang="en-US" sz="2400" dirty="0"/>
              <a:t>每个</a:t>
            </a:r>
            <a:r>
              <a:rPr lang="en-US" altLang="zh-CN" sz="2400" dirty="0"/>
              <a:t>Python</a:t>
            </a:r>
            <a:r>
              <a:rPr lang="zh-CN" altLang="en-US" sz="2400" dirty="0"/>
              <a:t>脚本运行时都有一个</a:t>
            </a:r>
            <a:r>
              <a:rPr lang="zh-CN" altLang="en-US" dirty="0"/>
              <a:t>变量名为 </a:t>
            </a:r>
            <a:r>
              <a:rPr lang="en-US" altLang="zh-CN" sz="2400" dirty="0"/>
              <a:t>__name__ </a:t>
            </a:r>
            <a:r>
              <a:rPr lang="zh-CN" altLang="en-US" dirty="0"/>
              <a:t>的</a:t>
            </a:r>
            <a:r>
              <a:rPr lang="zh-CN" altLang="en-US" sz="2400" dirty="0"/>
              <a:t>属性</a:t>
            </a:r>
            <a:endParaRPr lang="en-US" altLang="zh-CN" sz="2400" dirty="0"/>
          </a:p>
          <a:p>
            <a:r>
              <a:rPr lang="zh-CN" altLang="en-US" sz="2400" dirty="0"/>
              <a:t>如果脚本作为模块</a:t>
            </a:r>
            <a:r>
              <a:rPr lang="zh-CN" altLang="en-US" dirty="0"/>
              <a:t>（</a:t>
            </a:r>
            <a:r>
              <a:rPr lang="en-US" altLang="zh-CN" dirty="0"/>
              <a:t>module</a:t>
            </a:r>
            <a:r>
              <a:rPr lang="zh-CN" altLang="en-US" dirty="0"/>
              <a:t>）</a:t>
            </a:r>
            <a:r>
              <a:rPr lang="zh-CN" altLang="en-US" sz="2400" dirty="0"/>
              <a:t>被导入，则其</a:t>
            </a:r>
            <a:r>
              <a:rPr lang="zh-CN" altLang="en-US" dirty="0"/>
              <a:t>变量</a:t>
            </a:r>
            <a:r>
              <a:rPr lang="zh-CN" altLang="en-US" sz="2400" dirty="0"/>
              <a:t> </a:t>
            </a:r>
            <a:r>
              <a:rPr lang="en-US" altLang="zh-CN" sz="2400" dirty="0"/>
              <a:t>__name__</a:t>
            </a:r>
            <a:r>
              <a:rPr lang="zh-CN" altLang="en-US" dirty="0"/>
              <a:t> </a:t>
            </a:r>
            <a:r>
              <a:rPr lang="zh-CN" altLang="en-US" sz="2400" dirty="0"/>
              <a:t>的值被自动设置为模块名</a:t>
            </a:r>
            <a:endParaRPr lang="en-US" altLang="zh-CN" sz="2400" dirty="0"/>
          </a:p>
          <a:p>
            <a:r>
              <a:rPr lang="zh-CN" altLang="en-US" sz="2400" dirty="0"/>
              <a:t>如果脚本独立运行，则</a:t>
            </a:r>
            <a:r>
              <a:rPr lang="zh-CN" altLang="en-US" dirty="0"/>
              <a:t>变量</a:t>
            </a:r>
            <a:r>
              <a:rPr lang="en-US" altLang="zh-CN" sz="2400" dirty="0"/>
              <a:t>__name__</a:t>
            </a:r>
            <a:r>
              <a:rPr lang="zh-CN" altLang="en-US" dirty="0"/>
              <a:t> </a:t>
            </a:r>
            <a:r>
              <a:rPr lang="zh-CN" altLang="en-US" sz="2400" dirty="0"/>
              <a:t>的值被自动设置为字符串“</a:t>
            </a:r>
            <a:r>
              <a:rPr lang="en-US" altLang="zh-CN" sz="2400" dirty="0"/>
              <a:t>__main__”</a:t>
            </a:r>
          </a:p>
          <a:p>
            <a:r>
              <a:rPr lang="zh-CN" altLang="en-US" sz="2400" dirty="0"/>
              <a:t>假设文件</a:t>
            </a:r>
            <a:r>
              <a:rPr lang="en-US" altLang="zh-CN" sz="2400" dirty="0"/>
              <a:t>test_name_variable.py</a:t>
            </a:r>
            <a:r>
              <a:rPr lang="zh-CN" altLang="en-US" sz="2400" dirty="0"/>
              <a:t>中只包含下面一行代码：</a:t>
            </a:r>
            <a:endParaRPr lang="en-US" altLang="zh-CN" sz="2400" dirty="0"/>
          </a:p>
          <a:p>
            <a:pPr>
              <a:buNone/>
            </a:pPr>
            <a:endParaRPr lang="zh-CN" altLang="en-US" sz="2400" dirty="0"/>
          </a:p>
          <a:p>
            <a:r>
              <a:rPr lang="zh-CN" altLang="en-US" sz="2400" dirty="0"/>
              <a:t>在</a:t>
            </a:r>
            <a:r>
              <a:rPr lang="en-US" altLang="zh-CN" sz="2400" dirty="0"/>
              <a:t>IDE</a:t>
            </a:r>
            <a:r>
              <a:rPr lang="zh-CN" altLang="en-US" sz="2400" dirty="0"/>
              <a:t>中直接运行该程序时，或者在命令行提示符环境中运行该程序文件时，运行结果如下：</a:t>
            </a:r>
          </a:p>
          <a:p>
            <a:pPr>
              <a:buNone/>
            </a:pPr>
            <a:endParaRPr lang="en-US" altLang="zh-CN" sz="2400" dirty="0"/>
          </a:p>
          <a:p>
            <a:r>
              <a:rPr lang="zh-CN" altLang="en-US" sz="2400" dirty="0"/>
              <a:t>而将该文件作为模块导入时得到如下执行结果：</a:t>
            </a:r>
          </a:p>
        </p:txBody>
      </p:sp>
      <p:sp>
        <p:nvSpPr>
          <p:cNvPr id="83972" name="矩形 3"/>
          <p:cNvSpPr/>
          <p:nvPr/>
        </p:nvSpPr>
        <p:spPr>
          <a:xfrm>
            <a:off x="653737" y="3625405"/>
            <a:ext cx="2252540" cy="36933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zh-CN" sz="1800" b="1">
                <a:solidFill>
                  <a:srgbClr val="0000FF"/>
                </a:solidFill>
                <a:latin typeface="Courier New" panose="02070309020205020404" pitchFamily="49" charset="0"/>
              </a:rPr>
              <a:t>p</a:t>
            </a:r>
            <a:r>
              <a:rPr lang="en-US" altLang="en-US" sz="1800" b="1">
                <a:solidFill>
                  <a:srgbClr val="0000FF"/>
                </a:solidFill>
                <a:latin typeface="Courier New" panose="02070309020205020404" pitchFamily="49" charset="0"/>
              </a:rPr>
              <a:t>rint</a:t>
            </a:r>
            <a:r>
              <a:rPr lang="en-US" altLang="en-US" sz="1800">
                <a:solidFill>
                  <a:srgbClr val="000000"/>
                </a:solidFill>
                <a:latin typeface="Courier New" panose="02070309020205020404" pitchFamily="49" charset="0"/>
              </a:rPr>
              <a:t>(__name__)</a:t>
            </a:r>
            <a:endParaRPr lang="en-US" altLang="en-US" sz="1800"/>
          </a:p>
        </p:txBody>
      </p:sp>
      <p:pic>
        <p:nvPicPr>
          <p:cNvPr id="5" name="图片 4">
            <a:extLst>
              <a:ext uri="{FF2B5EF4-FFF2-40B4-BE49-F238E27FC236}">
                <a16:creationId xmlns:a16="http://schemas.microsoft.com/office/drawing/2014/main" id="{6CFB68A4-6535-029F-B94E-609EDAE74895}"/>
              </a:ext>
            </a:extLst>
          </p:cNvPr>
          <p:cNvPicPr>
            <a:picLocks noChangeAspect="1"/>
          </p:cNvPicPr>
          <p:nvPr/>
        </p:nvPicPr>
        <p:blipFill>
          <a:blip r:embed="rId2"/>
          <a:stretch>
            <a:fillRect/>
          </a:stretch>
        </p:blipFill>
        <p:spPr>
          <a:xfrm>
            <a:off x="653736" y="4857230"/>
            <a:ext cx="6557861" cy="419368"/>
          </a:xfrm>
          <a:prstGeom prst="rect">
            <a:avLst/>
          </a:prstGeom>
        </p:spPr>
      </p:pic>
      <p:pic>
        <p:nvPicPr>
          <p:cNvPr id="3" name="图片 2">
            <a:extLst>
              <a:ext uri="{FF2B5EF4-FFF2-40B4-BE49-F238E27FC236}">
                <a16:creationId xmlns:a16="http://schemas.microsoft.com/office/drawing/2014/main" id="{9CCB76A9-8510-84ED-697C-5B317AD3C577}"/>
              </a:ext>
            </a:extLst>
          </p:cNvPr>
          <p:cNvPicPr>
            <a:picLocks noChangeAspect="1"/>
          </p:cNvPicPr>
          <p:nvPr/>
        </p:nvPicPr>
        <p:blipFill>
          <a:blip r:embed="rId3"/>
          <a:stretch>
            <a:fillRect/>
          </a:stretch>
        </p:blipFill>
        <p:spPr>
          <a:xfrm>
            <a:off x="653736" y="5799888"/>
            <a:ext cx="8159706" cy="67840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vert="horz" wrap="square" lIns="91440" tIns="45720" rIns="91440" bIns="45720" anchor="ctr" anchorCtr="0"/>
          <a:lstStyle/>
          <a:p>
            <a:r>
              <a:rPr lang="en-US" altLang="en-US"/>
              <a:t>Python</a:t>
            </a:r>
            <a:r>
              <a:rPr lang="zh-CN" altLang="en-US"/>
              <a:t>脚本的</a:t>
            </a:r>
            <a:r>
              <a:rPr lang="en-US" altLang="zh-CN"/>
              <a:t>__</a:t>
            </a:r>
            <a:r>
              <a:rPr lang="en-US" altLang="en-US"/>
              <a:t>name__</a:t>
            </a:r>
            <a:r>
              <a:rPr lang="zh-CN" altLang="en-US"/>
              <a:t>属性</a:t>
            </a:r>
            <a:endParaRPr lang="en-US" altLang="en-US"/>
          </a:p>
        </p:txBody>
      </p:sp>
      <p:sp>
        <p:nvSpPr>
          <p:cNvPr id="84995" name="内容占位符 2"/>
          <p:cNvSpPr>
            <a:spLocks noGrp="1"/>
          </p:cNvSpPr>
          <p:nvPr>
            <p:ph idx="1"/>
          </p:nvPr>
        </p:nvSpPr>
        <p:spPr/>
        <p:txBody>
          <a:bodyPr vert="horz" wrap="square" lIns="91440" tIns="45720" rIns="91440" bIns="45720" anchor="t" anchorCtr="0"/>
          <a:lstStyle/>
          <a:p>
            <a:r>
              <a:rPr lang="zh-CN" altLang="en-US" sz="2400"/>
              <a:t>利用 </a:t>
            </a:r>
            <a:r>
              <a:rPr lang="en-US" altLang="zh-CN" sz="2400"/>
              <a:t>__name__</a:t>
            </a:r>
            <a:r>
              <a:rPr lang="zh-CN" altLang="en-US"/>
              <a:t> </a:t>
            </a:r>
            <a:r>
              <a:rPr lang="zh-CN" altLang="en-US" sz="2400"/>
              <a:t>属性可以控制</a:t>
            </a:r>
            <a:r>
              <a:rPr lang="en-US" altLang="en-US" sz="2400"/>
              <a:t>Python</a:t>
            </a:r>
            <a:r>
              <a:rPr lang="zh-CN" altLang="en-US" sz="2400"/>
              <a:t>程序的运行方式</a:t>
            </a:r>
            <a:endParaRPr lang="en-US" altLang="zh-CN" sz="2400"/>
          </a:p>
          <a:p>
            <a:r>
              <a:rPr lang="zh-CN" altLang="en-US" sz="2400"/>
              <a:t>例如，编写一个可被其他程序利用的函数的模块</a:t>
            </a:r>
            <a:r>
              <a:rPr lang="zh-CN" altLang="en-US"/>
              <a:t>（</a:t>
            </a:r>
            <a:r>
              <a:rPr lang="en-US" altLang="zh-CN"/>
              <a:t>module</a:t>
            </a:r>
            <a:r>
              <a:rPr lang="zh-CN" altLang="en-US"/>
              <a:t>）</a:t>
            </a:r>
            <a:r>
              <a:rPr lang="zh-CN" altLang="en-US" sz="2400"/>
              <a:t>，而不希望该模块可以直接运行，则可以在程序文件中添加以下代码：</a:t>
            </a:r>
          </a:p>
          <a:p>
            <a:endParaRPr lang="en-US" altLang="zh-CN" sz="2400"/>
          </a:p>
          <a:p>
            <a:pPr>
              <a:buNone/>
            </a:pPr>
            <a:endParaRPr lang="en-US" altLang="zh-CN" sz="2400"/>
          </a:p>
          <a:p>
            <a:r>
              <a:rPr lang="zh-CN" altLang="en-US" sz="2400"/>
              <a:t>这样一来，程序被直接运行时将会显示“</a:t>
            </a:r>
            <a:r>
              <a:rPr lang="en-US" altLang="en-US" sz="2400"/>
              <a:t>Please use </a:t>
            </a:r>
            <a:r>
              <a:rPr lang="en-US" altLang="zh-CN" sz="2400"/>
              <a:t>this</a:t>
            </a:r>
            <a:r>
              <a:rPr lang="en-US" altLang="en-US" sz="2400"/>
              <a:t> as a module”，</a:t>
            </a:r>
            <a:r>
              <a:rPr lang="zh-CN" altLang="en-US" sz="2400"/>
              <a:t>而使用</a:t>
            </a:r>
            <a:r>
              <a:rPr lang="en-US" altLang="en-US" sz="2400"/>
              <a:t>import</a:t>
            </a:r>
            <a:r>
              <a:rPr lang="zh-CN" altLang="en-US" sz="2400"/>
              <a:t>语句将其作为模块导入后可以使用其中的类、方法、常量或其他成员</a:t>
            </a:r>
            <a:endParaRPr lang="en-US" altLang="zh-CN" sz="2400"/>
          </a:p>
          <a:p>
            <a:endParaRPr lang="en-US" altLang="zh-CN"/>
          </a:p>
          <a:p>
            <a:r>
              <a:rPr lang="en-US" altLang="zh-CN" sz="2400"/>
              <a:t>__name__</a:t>
            </a:r>
            <a:r>
              <a:rPr lang="zh-CN" altLang="en-US"/>
              <a:t> </a:t>
            </a:r>
            <a:r>
              <a:rPr lang="zh-CN" altLang="en-US" sz="2400"/>
              <a:t>属性还将在教材</a:t>
            </a:r>
            <a:r>
              <a:rPr lang="zh-CN" altLang="en-US"/>
              <a:t>的</a:t>
            </a:r>
            <a:r>
              <a:rPr lang="en-US" altLang="zh-CN"/>
              <a:t>《</a:t>
            </a:r>
            <a:r>
              <a:rPr lang="zh-CN" altLang="en-US" sz="2400"/>
              <a:t>第</a:t>
            </a:r>
            <a:r>
              <a:rPr lang="en-US" altLang="zh-CN" sz="2400"/>
              <a:t>10</a:t>
            </a:r>
            <a:r>
              <a:rPr lang="zh-CN" altLang="en-US" sz="2400"/>
              <a:t>章 模块</a:t>
            </a:r>
            <a:r>
              <a:rPr lang="en-US" altLang="zh-CN" sz="2400"/>
              <a:t>》</a:t>
            </a:r>
            <a:r>
              <a:rPr lang="zh-CN" altLang="en-US" sz="2400"/>
              <a:t>中被详细讲述</a:t>
            </a:r>
          </a:p>
          <a:p>
            <a:endParaRPr lang="en-US" altLang="en-US"/>
          </a:p>
        </p:txBody>
      </p:sp>
      <p:sp>
        <p:nvSpPr>
          <p:cNvPr id="84996" name="矩形 3"/>
          <p:cNvSpPr/>
          <p:nvPr/>
        </p:nvSpPr>
        <p:spPr>
          <a:xfrm>
            <a:off x="612165" y="2782888"/>
            <a:ext cx="6400800" cy="6461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en-US" sz="1800" b="1">
                <a:solidFill>
                  <a:srgbClr val="0000FF"/>
                </a:solidFill>
                <a:latin typeface="Courier New" panose="02070309020205020404" pitchFamily="49" charset="0"/>
              </a:rPr>
              <a:t>if</a:t>
            </a:r>
            <a:r>
              <a:rPr lang="en-US" altLang="en-US" sz="1800">
                <a:solidFill>
                  <a:srgbClr val="000000"/>
                </a:solidFill>
                <a:latin typeface="Courier New" panose="02070309020205020404" pitchFamily="49" charset="0"/>
              </a:rPr>
              <a:t> __name__ </a:t>
            </a:r>
            <a:r>
              <a:rPr lang="en-US" altLang="en-US" sz="1800" b="1">
                <a:solidFill>
                  <a:srgbClr val="000080"/>
                </a:solidFill>
                <a:latin typeface="Courier New" panose="02070309020205020404" pitchFamily="49" charset="0"/>
              </a:rPr>
              <a:t>==</a:t>
            </a:r>
            <a:r>
              <a:rPr lang="en-US" altLang="en-US" sz="1800">
                <a:solidFill>
                  <a:srgbClr val="000000"/>
                </a:solidFill>
                <a:latin typeface="Courier New" panose="02070309020205020404" pitchFamily="49" charset="0"/>
              </a:rPr>
              <a:t> </a:t>
            </a:r>
            <a:r>
              <a:rPr lang="en-US" altLang="en-US" sz="1800">
                <a:solidFill>
                  <a:srgbClr val="808080"/>
                </a:solidFill>
                <a:latin typeface="Courier New" panose="02070309020205020404" pitchFamily="49" charset="0"/>
              </a:rPr>
              <a:t>'__main__'</a:t>
            </a:r>
            <a:r>
              <a:rPr lang="en-US" altLang="en-US" sz="1800" b="1">
                <a:solidFill>
                  <a:srgbClr val="000080"/>
                </a:solidFill>
                <a:latin typeface="Courier New" panose="02070309020205020404" pitchFamily="49" charset="0"/>
              </a:rPr>
              <a:t>:</a:t>
            </a:r>
            <a:endParaRPr lang="en-US" altLang="en-US" sz="1800">
              <a:solidFill>
                <a:srgbClr val="000000"/>
              </a:solidFill>
              <a:latin typeface="Courier New" panose="02070309020205020404" pitchFamily="49" charset="0"/>
            </a:endParaRPr>
          </a:p>
          <a:p>
            <a:pPr marL="0" lvl="0" indent="0">
              <a:spcBef>
                <a:spcPct val="0"/>
              </a:spcBef>
              <a:buNone/>
            </a:pPr>
            <a:r>
              <a:rPr lang="en-US" altLang="en-US" sz="1800">
                <a:solidFill>
                  <a:srgbClr val="000000"/>
                </a:solidFill>
                <a:latin typeface="Courier New" panose="02070309020205020404" pitchFamily="49" charset="0"/>
              </a:rPr>
              <a:t>    </a:t>
            </a:r>
            <a:r>
              <a:rPr lang="en-US" altLang="en-US" sz="1800" b="1">
                <a:solidFill>
                  <a:srgbClr val="0000FF"/>
                </a:solidFill>
                <a:latin typeface="Courier New" panose="02070309020205020404" pitchFamily="49" charset="0"/>
              </a:rPr>
              <a:t>print</a:t>
            </a:r>
            <a:r>
              <a:rPr lang="en-US" altLang="en-US" sz="1800">
                <a:solidFill>
                  <a:srgbClr val="000000"/>
                </a:solidFill>
                <a:latin typeface="Courier New" panose="02070309020205020404" pitchFamily="49" charset="0"/>
              </a:rPr>
              <a:t>(</a:t>
            </a:r>
            <a:r>
              <a:rPr lang="en-US" altLang="en-US" sz="1800">
                <a:solidFill>
                  <a:srgbClr val="808080"/>
                </a:solidFill>
                <a:latin typeface="Courier New" panose="02070309020205020404" pitchFamily="49" charset="0"/>
              </a:rPr>
              <a:t>'Please use this as a module’)</a:t>
            </a:r>
            <a:endParaRPr lang="en-US" altLang="en-US" sz="18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p:cNvSpPr>
          <p:nvPr>
            <p:ph type="title"/>
          </p:nvPr>
        </p:nvSpPr>
        <p:spPr/>
        <p:txBody>
          <a:bodyPr vert="horz" wrap="square" lIns="91440" tIns="45720" rIns="91440" bIns="45720" anchor="ctr" anchorCtr="0"/>
          <a:lstStyle/>
          <a:p>
            <a:r>
              <a:rPr lang="zh-CN" altLang="en-US"/>
              <a:t>例</a:t>
            </a:r>
            <a:r>
              <a:rPr lang="en-US" altLang="zh-CN"/>
              <a:t>1</a:t>
            </a:r>
            <a:endParaRPr lang="en-US" altLang="en-US"/>
          </a:p>
        </p:txBody>
      </p:sp>
      <p:sp>
        <p:nvSpPr>
          <p:cNvPr id="94211" name="内容占位符 2"/>
          <p:cNvSpPr>
            <a:spLocks noGrp="1"/>
          </p:cNvSpPr>
          <p:nvPr>
            <p:ph idx="1"/>
          </p:nvPr>
        </p:nvSpPr>
        <p:spPr/>
        <p:txBody>
          <a:bodyPr vert="horz" wrap="square" lIns="91440" tIns="45720" rIns="91440" bIns="45720" anchor="t" anchorCtr="0"/>
          <a:lstStyle/>
          <a:p>
            <a:pPr marL="0" indent="0">
              <a:buNone/>
            </a:pPr>
            <a:r>
              <a:rPr lang="zh-CN" altLang="en-US" sz="2800"/>
              <a:t>用户输入一个三位自然数，计算并输出其百位、十位和个位上的数字</a:t>
            </a:r>
            <a:endParaRPr lang="en-US" altLang="en-US" sz="2800"/>
          </a:p>
          <a:p>
            <a:pPr marL="0" indent="0">
              <a:buNone/>
            </a:pPr>
            <a:endParaRPr lang="en-US" altLang="en-US"/>
          </a:p>
        </p:txBody>
      </p:sp>
      <p:sp>
        <p:nvSpPr>
          <p:cNvPr id="94212" name="矩形 2"/>
          <p:cNvSpPr/>
          <p:nvPr/>
        </p:nvSpPr>
        <p:spPr>
          <a:xfrm>
            <a:off x="457200" y="3146425"/>
            <a:ext cx="8229600" cy="2308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en-US" sz="1600">
                <a:solidFill>
                  <a:srgbClr val="008000"/>
                </a:solidFill>
                <a:latin typeface="Courier New" panose="02070309020205020404" pitchFamily="49" charset="0"/>
              </a:rPr>
              <a:t># -*- coding: utf-8 -*-</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8000"/>
                </a:solidFill>
                <a:latin typeface="Courier New" panose="02070309020205020404" pitchFamily="49" charset="0"/>
              </a:rPr>
              <a:t># Python 2</a:t>
            </a:r>
            <a:endParaRPr lang="en-US" altLang="en-US" sz="1600">
              <a:solidFill>
                <a:srgbClr val="000000"/>
              </a:solidFill>
              <a:latin typeface="Courier New" panose="02070309020205020404" pitchFamily="49" charset="0"/>
            </a:endParaRPr>
          </a:p>
          <a:p>
            <a:pPr marL="0" lvl="0" indent="0">
              <a:spcBef>
                <a:spcPct val="0"/>
              </a:spcBef>
              <a:buNone/>
            </a:pP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raw_input</a:t>
            </a:r>
            <a:r>
              <a:rPr lang="en-US" altLang="en-US" sz="1600" b="1">
                <a:solidFill>
                  <a:srgbClr val="000080"/>
                </a:solidFill>
                <a:latin typeface="Courier New" panose="02070309020205020404" pitchFamily="49" charset="0"/>
              </a:rPr>
              <a:t>(</a:t>
            </a:r>
            <a:r>
              <a:rPr lang="en-US" altLang="en-US" sz="1600">
                <a:solidFill>
                  <a:srgbClr val="808080"/>
                </a:solidFill>
                <a:latin typeface="Courier New" panose="02070309020205020404" pitchFamily="49" charset="0"/>
              </a:rPr>
              <a:t>'Input a three-digit number:'</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008000"/>
                </a:solidFill>
                <a:latin typeface="Courier New" panose="02070309020205020404" pitchFamily="49" charset="0"/>
              </a:rPr>
              <a:t># return a string</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int</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x</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008000"/>
                </a:solidFill>
                <a:latin typeface="Courier New" panose="02070309020205020404" pitchFamily="49" charset="0"/>
              </a:rPr>
              <a:t># return an integer object constructed from a string</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a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100</a:t>
            </a:r>
            <a:r>
              <a:rPr lang="en-US" altLang="en-US" sz="1600">
                <a:solidFill>
                  <a:srgbClr val="000000"/>
                </a:solidFill>
                <a:latin typeface="Courier New" panose="02070309020205020404" pitchFamily="49" charset="0"/>
              </a:rPr>
              <a:t>  </a:t>
            </a:r>
            <a:r>
              <a:rPr lang="en-US" altLang="en-US" sz="1600">
                <a:solidFill>
                  <a:srgbClr val="008000"/>
                </a:solidFill>
                <a:latin typeface="Courier New" panose="02070309020205020404" pitchFamily="49" charset="0"/>
              </a:rPr>
              <a:t># integer division, floor division, </a:t>
            </a:r>
            <a:r>
              <a:rPr lang="zh-CN" altLang="en-US" sz="1600">
                <a:solidFill>
                  <a:srgbClr val="008000"/>
                </a:solidFill>
                <a:latin typeface="Courier New" panose="02070309020205020404" pitchFamily="49" charset="0"/>
              </a:rPr>
              <a:t>求整商</a:t>
            </a:r>
            <a:endParaRPr lang="zh-CN"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b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10</a:t>
            </a:r>
            <a:r>
              <a:rPr lang="en-US" altLang="en-US" sz="1600">
                <a:solidFill>
                  <a:srgbClr val="000000"/>
                </a:solidFill>
                <a:latin typeface="Courier New" panose="02070309020205020404" pitchFamily="49" charset="0"/>
              </a:rPr>
              <a:t>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10</a:t>
            </a:r>
            <a:r>
              <a:rPr lang="en-US" altLang="en-US" sz="1600">
                <a:solidFill>
                  <a:srgbClr val="000000"/>
                </a:solidFill>
                <a:latin typeface="Courier New" panose="02070309020205020404" pitchFamily="49" charset="0"/>
              </a:rPr>
              <a:t>  </a:t>
            </a:r>
            <a:r>
              <a:rPr lang="en-US" altLang="en-US" sz="1600">
                <a:solidFill>
                  <a:srgbClr val="008000"/>
                </a:solidFill>
                <a:latin typeface="Courier New" panose="02070309020205020404" pitchFamily="49" charset="0"/>
              </a:rPr>
              <a:t># %： modulo operator, </a:t>
            </a:r>
            <a:r>
              <a:rPr lang="zh-CN" altLang="en-US" sz="1600">
                <a:solidFill>
                  <a:srgbClr val="008000"/>
                </a:solidFill>
                <a:latin typeface="Courier New" panose="02070309020205020404" pitchFamily="49" charset="0"/>
              </a:rPr>
              <a:t>求余数</a:t>
            </a:r>
            <a:endParaRPr lang="zh-CN"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c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10</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b="1">
                <a:solidFill>
                  <a:srgbClr val="0000FF"/>
                </a:solidFill>
                <a:latin typeface="Courier New" panose="02070309020205020404" pitchFamily="49" charset="0"/>
              </a:rPr>
              <a:t>print</a:t>
            </a:r>
            <a:r>
              <a:rPr lang="en-US" altLang="en-US" sz="1600">
                <a:solidFill>
                  <a:srgbClr val="000000"/>
                </a:solidFill>
                <a:latin typeface="Courier New" panose="02070309020205020404" pitchFamily="49" charset="0"/>
              </a:rPr>
              <a:t> a</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b</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c</a:t>
            </a:r>
            <a:endParaRPr lang="en-US" altLang="en-US" sz="16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vert="horz" wrap="square" lIns="91440" tIns="45720" rIns="91440" bIns="45720" anchor="ctr" anchorCtr="0"/>
          <a:lstStyle/>
          <a:p>
            <a:r>
              <a:rPr lang="zh-CN" altLang="en-US"/>
              <a:t>例</a:t>
            </a:r>
            <a:r>
              <a:rPr lang="en-US" altLang="zh-CN"/>
              <a:t>1</a:t>
            </a:r>
            <a:endParaRPr lang="en-US" altLang="en-US"/>
          </a:p>
        </p:txBody>
      </p:sp>
      <p:sp>
        <p:nvSpPr>
          <p:cNvPr id="95235" name="内容占位符 2"/>
          <p:cNvSpPr>
            <a:spLocks noGrp="1"/>
          </p:cNvSpPr>
          <p:nvPr>
            <p:ph idx="1"/>
          </p:nvPr>
        </p:nvSpPr>
        <p:spPr/>
        <p:txBody>
          <a:bodyPr vert="horz" wrap="square" lIns="91440" tIns="45720" rIns="91440" bIns="45720" anchor="t" anchorCtr="0"/>
          <a:lstStyle/>
          <a:p>
            <a:pPr marL="0" indent="0">
              <a:buNone/>
            </a:pPr>
            <a:r>
              <a:rPr lang="zh-CN" altLang="en-US" sz="2800"/>
              <a:t>用户输入一个三位自然数，计算并输出其百位、十位和个位上的数字</a:t>
            </a:r>
            <a:endParaRPr lang="en-US" altLang="en-US" sz="2800"/>
          </a:p>
          <a:p>
            <a:pPr marL="0" indent="0">
              <a:buNone/>
            </a:pPr>
            <a:endParaRPr lang="en-US" altLang="en-US"/>
          </a:p>
        </p:txBody>
      </p:sp>
      <p:sp>
        <p:nvSpPr>
          <p:cNvPr id="95236" name="矩形 4"/>
          <p:cNvSpPr/>
          <p:nvPr/>
        </p:nvSpPr>
        <p:spPr>
          <a:xfrm>
            <a:off x="457200" y="3113088"/>
            <a:ext cx="8229600" cy="20939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en-US" sz="1600">
                <a:solidFill>
                  <a:srgbClr val="008000"/>
                </a:solidFill>
                <a:latin typeface="Courier New" panose="02070309020205020404" pitchFamily="49" charset="0"/>
              </a:rPr>
              <a:t># Python 3</a:t>
            </a:r>
            <a:endParaRPr lang="en-US" altLang="en-US" sz="1600">
              <a:solidFill>
                <a:srgbClr val="000000"/>
              </a:solidFill>
              <a:latin typeface="Courier New" panose="02070309020205020404" pitchFamily="49" charset="0"/>
            </a:endParaRPr>
          </a:p>
          <a:p>
            <a:pPr marL="0" lvl="0" indent="0">
              <a:spcBef>
                <a:spcPct val="0"/>
              </a:spcBef>
              <a:buNone/>
            </a:pP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input</a:t>
            </a:r>
            <a:r>
              <a:rPr lang="en-US" altLang="en-US" sz="1600" b="1">
                <a:solidFill>
                  <a:srgbClr val="000080"/>
                </a:solidFill>
                <a:latin typeface="Courier New" panose="02070309020205020404" pitchFamily="49" charset="0"/>
              </a:rPr>
              <a:t>(</a:t>
            </a:r>
            <a:r>
              <a:rPr lang="en-US" altLang="en-US" sz="1600">
                <a:solidFill>
                  <a:srgbClr val="808080"/>
                </a:solidFill>
                <a:latin typeface="Courier New" panose="02070309020205020404" pitchFamily="49" charset="0"/>
              </a:rPr>
              <a:t>'Input a three-digit number:'</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008000"/>
                </a:solidFill>
                <a:latin typeface="Courier New" panose="02070309020205020404" pitchFamily="49" charset="0"/>
              </a:rPr>
              <a:t># return a string</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int</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x</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008000"/>
                </a:solidFill>
                <a:latin typeface="Courier New" panose="02070309020205020404" pitchFamily="49" charset="0"/>
              </a:rPr>
              <a:t># return an integer object constructed from a string</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a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100</a:t>
            </a:r>
            <a:r>
              <a:rPr lang="en-US" altLang="en-US" sz="1600">
                <a:solidFill>
                  <a:srgbClr val="000000"/>
                </a:solidFill>
                <a:latin typeface="Courier New" panose="02070309020205020404" pitchFamily="49" charset="0"/>
              </a:rPr>
              <a:t>  </a:t>
            </a:r>
            <a:r>
              <a:rPr lang="en-US" altLang="en-US" sz="1600">
                <a:solidFill>
                  <a:srgbClr val="008000"/>
                </a:solidFill>
                <a:latin typeface="Courier New" panose="02070309020205020404" pitchFamily="49" charset="0"/>
              </a:rPr>
              <a:t># integer division, floor division, </a:t>
            </a:r>
            <a:r>
              <a:rPr lang="zh-CN" altLang="en-US" sz="1600">
                <a:solidFill>
                  <a:srgbClr val="008000"/>
                </a:solidFill>
                <a:latin typeface="Courier New" panose="02070309020205020404" pitchFamily="49" charset="0"/>
              </a:rPr>
              <a:t>求整商</a:t>
            </a:r>
            <a:endParaRPr lang="zh-CN"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b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10</a:t>
            </a:r>
            <a:r>
              <a:rPr lang="en-US" altLang="en-US" sz="1600">
                <a:solidFill>
                  <a:srgbClr val="000000"/>
                </a:solidFill>
                <a:latin typeface="Courier New" panose="02070309020205020404" pitchFamily="49" charset="0"/>
              </a:rPr>
              <a:t>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10</a:t>
            </a:r>
            <a:r>
              <a:rPr lang="en-US" altLang="en-US" sz="1600">
                <a:solidFill>
                  <a:srgbClr val="000000"/>
                </a:solidFill>
                <a:latin typeface="Courier New" panose="02070309020205020404" pitchFamily="49" charset="0"/>
              </a:rPr>
              <a:t>  </a:t>
            </a:r>
            <a:r>
              <a:rPr lang="en-US" altLang="en-US" sz="1600">
                <a:solidFill>
                  <a:srgbClr val="008000"/>
                </a:solidFill>
                <a:latin typeface="Courier New" panose="02070309020205020404" pitchFamily="49" charset="0"/>
              </a:rPr>
              <a:t># %： modulo operator, </a:t>
            </a:r>
            <a:r>
              <a:rPr lang="zh-CN" altLang="en-US" sz="1600">
                <a:solidFill>
                  <a:srgbClr val="008000"/>
                </a:solidFill>
                <a:latin typeface="Courier New" panose="02070309020205020404" pitchFamily="49" charset="0"/>
              </a:rPr>
              <a:t>求余数</a:t>
            </a:r>
            <a:endParaRPr lang="zh-CN"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c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10</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b="1">
                <a:solidFill>
                  <a:srgbClr val="0000FF"/>
                </a:solidFill>
                <a:latin typeface="Courier New" panose="02070309020205020404" pitchFamily="49" charset="0"/>
              </a:rPr>
              <a:t>print</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a</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b</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c</a:t>
            </a:r>
            <a:r>
              <a:rPr lang="en-US" altLang="en-US" sz="1600" b="1">
                <a:solidFill>
                  <a:srgbClr val="000080"/>
                </a:solidFill>
                <a:latin typeface="Courier New" panose="02070309020205020404" pitchFamily="49" charset="0"/>
              </a:rPr>
              <a:t>)</a:t>
            </a:r>
            <a:endParaRPr lang="en-US" altLang="en-US" sz="1600">
              <a:solidFill>
                <a:srgbClr val="000000"/>
              </a:solidFill>
              <a:latin typeface="Courier New" panose="02070309020205020404" pitchFamily="49"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vert="horz" wrap="square" lIns="91440" tIns="45720" rIns="91440" bIns="45720" anchor="ctr" anchorCtr="0"/>
          <a:lstStyle/>
          <a:p>
            <a:r>
              <a:rPr lang="zh-CN" altLang="en-US"/>
              <a:t>例</a:t>
            </a:r>
            <a:r>
              <a:rPr lang="en-US" altLang="zh-CN"/>
              <a:t>2</a:t>
            </a:r>
            <a:endParaRPr lang="en-US" altLang="en-US"/>
          </a:p>
        </p:txBody>
      </p:sp>
      <p:sp>
        <p:nvSpPr>
          <p:cNvPr id="96259" name="内容占位符 2"/>
          <p:cNvSpPr>
            <a:spLocks noGrp="1"/>
          </p:cNvSpPr>
          <p:nvPr>
            <p:ph idx="1"/>
          </p:nvPr>
        </p:nvSpPr>
        <p:spPr/>
        <p:txBody>
          <a:bodyPr vert="horz" wrap="square" lIns="91440" tIns="45720" rIns="91440" bIns="45720" anchor="t" anchorCtr="0"/>
          <a:lstStyle/>
          <a:p>
            <a:pPr marL="0" indent="0">
              <a:buNone/>
            </a:pPr>
            <a:r>
              <a:rPr lang="zh-CN" altLang="en-US" sz="2800"/>
              <a:t>不论在</a:t>
            </a:r>
            <a:r>
              <a:rPr lang="en-US" altLang="zh-CN" sz="2800"/>
              <a:t>Python 2</a:t>
            </a:r>
            <a:r>
              <a:rPr lang="zh-CN" altLang="en-US" sz="2800"/>
              <a:t>和</a:t>
            </a:r>
            <a:r>
              <a:rPr lang="en-US" altLang="zh-CN" sz="2800"/>
              <a:t>Python 3</a:t>
            </a:r>
            <a:r>
              <a:rPr lang="zh-CN" altLang="en-US" sz="2800"/>
              <a:t>中，均将用户输入值作为字符串接收</a:t>
            </a:r>
            <a:endParaRPr lang="en-US" altLang="en-US" sz="2800"/>
          </a:p>
        </p:txBody>
      </p:sp>
      <p:sp>
        <p:nvSpPr>
          <p:cNvPr id="96260" name="矩形 3"/>
          <p:cNvSpPr/>
          <p:nvPr/>
        </p:nvSpPr>
        <p:spPr>
          <a:xfrm>
            <a:off x="457200" y="2944813"/>
            <a:ext cx="8229600" cy="28924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en-US" sz="1600" b="1">
                <a:solidFill>
                  <a:srgbClr val="0000FF"/>
                </a:solidFill>
                <a:latin typeface="Courier New" panose="02070309020205020404" pitchFamily="49" charset="0"/>
              </a:rPr>
              <a:t>import</a:t>
            </a:r>
            <a:r>
              <a:rPr lang="en-US" altLang="en-US" sz="1600">
                <a:solidFill>
                  <a:srgbClr val="000000"/>
                </a:solidFill>
                <a:latin typeface="Courier New" panose="02070309020205020404" pitchFamily="49" charset="0"/>
              </a:rPr>
              <a:t> sys</a:t>
            </a:r>
          </a:p>
          <a:p>
            <a:pPr marL="0" lvl="0" indent="0">
              <a:spcBef>
                <a:spcPct val="0"/>
              </a:spcBef>
              <a:buNone/>
            </a:pPr>
            <a:r>
              <a:rPr lang="en-US" altLang="en-US" sz="1600" b="1">
                <a:solidFill>
                  <a:srgbClr val="0000FF"/>
                </a:solidFill>
                <a:latin typeface="Courier New" panose="02070309020205020404" pitchFamily="49" charset="0"/>
              </a:rPr>
              <a:t>from</a:t>
            </a:r>
            <a:r>
              <a:rPr lang="en-US" altLang="en-US" sz="1600">
                <a:solidFill>
                  <a:srgbClr val="000000"/>
                </a:solidFill>
                <a:latin typeface="Courier New" panose="02070309020205020404" pitchFamily="49" charset="0"/>
              </a:rPr>
              <a:t> pprint </a:t>
            </a:r>
            <a:r>
              <a:rPr lang="en-US" altLang="en-US" sz="1600" b="1">
                <a:solidFill>
                  <a:srgbClr val="0000FF"/>
                </a:solidFill>
                <a:latin typeface="Courier New" panose="02070309020205020404" pitchFamily="49" charset="0"/>
              </a:rPr>
              <a:t>import</a:t>
            </a:r>
            <a:r>
              <a:rPr lang="en-US" altLang="en-US" sz="1600">
                <a:solidFill>
                  <a:srgbClr val="000000"/>
                </a:solidFill>
                <a:latin typeface="Courier New" panose="02070309020205020404" pitchFamily="49" charset="0"/>
              </a:rPr>
              <a:t> pprint</a:t>
            </a:r>
          </a:p>
          <a:p>
            <a:pPr marL="0" lvl="0" indent="0">
              <a:spcBef>
                <a:spcPct val="0"/>
              </a:spcBef>
              <a:buNone/>
            </a:pP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b="1">
                <a:solidFill>
                  <a:srgbClr val="0000FF"/>
                </a:solidFill>
                <a:latin typeface="Courier New" panose="02070309020205020404" pitchFamily="49" charset="0"/>
              </a:rPr>
              <a:t>if</a:t>
            </a:r>
            <a:r>
              <a:rPr lang="en-US" altLang="en-US" sz="1600">
                <a:solidFill>
                  <a:srgbClr val="000000"/>
                </a:solidFill>
                <a:latin typeface="Courier New" panose="02070309020205020404" pitchFamily="49" charset="0"/>
              </a:rPr>
              <a:t> sys</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version_info</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major </a:t>
            </a:r>
            <a:r>
              <a:rPr lang="en-US" altLang="en-US" sz="1600" b="1">
                <a:solidFill>
                  <a:srgbClr val="000080"/>
                </a:solidFill>
                <a:latin typeface="Courier New" panose="02070309020205020404" pitchFamily="49" charset="0"/>
              </a:rPr>
              <a:t>&gt;</a:t>
            </a:r>
            <a:r>
              <a:rPr lang="en-US" altLang="en-US" sz="1600">
                <a:solidFill>
                  <a:srgbClr val="000000"/>
                </a:solidFill>
                <a:latin typeface="Courier New" panose="02070309020205020404" pitchFamily="49" charset="0"/>
              </a:rPr>
              <a:t> </a:t>
            </a:r>
            <a:r>
              <a:rPr lang="en-US" altLang="en-US" sz="1600">
                <a:solidFill>
                  <a:srgbClr val="FF0000"/>
                </a:solidFill>
                <a:latin typeface="Courier New" panose="02070309020205020404" pitchFamily="49" charset="0"/>
              </a:rPr>
              <a:t>2</a:t>
            </a:r>
            <a:r>
              <a:rPr lang="en-US" altLang="en-US" sz="1600" b="1">
                <a:solidFill>
                  <a:srgbClr val="000080"/>
                </a:solidFill>
                <a:latin typeface="Courier New" panose="02070309020205020404" pitchFamily="49" charset="0"/>
              </a:rPr>
              <a:t>:</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    read_input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input</a:t>
            </a:r>
          </a:p>
          <a:p>
            <a:pPr marL="0" lvl="0" indent="0">
              <a:spcBef>
                <a:spcPct val="0"/>
              </a:spcBef>
              <a:buNone/>
            </a:pPr>
            <a:r>
              <a:rPr lang="en-US" altLang="en-US" sz="1600" b="1">
                <a:solidFill>
                  <a:srgbClr val="0000FF"/>
                </a:solidFill>
                <a:latin typeface="Courier New" panose="02070309020205020404" pitchFamily="49" charset="0"/>
              </a:rPr>
              <a:t>else</a:t>
            </a:r>
            <a:r>
              <a:rPr lang="en-US" altLang="en-US" sz="1600" b="1">
                <a:solidFill>
                  <a:srgbClr val="000080"/>
                </a:solidFill>
                <a:latin typeface="Courier New" panose="02070309020205020404" pitchFamily="49" charset="0"/>
              </a:rPr>
              <a:t>:</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    read_input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raw_input</a:t>
            </a:r>
          </a:p>
          <a:p>
            <a:pPr marL="0" lvl="0" indent="0">
              <a:spcBef>
                <a:spcPct val="0"/>
              </a:spcBef>
              <a:buNone/>
            </a:pP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x </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 read_input</a:t>
            </a:r>
            <a:r>
              <a:rPr lang="en-US" altLang="en-US" sz="1600" b="1">
                <a:solidFill>
                  <a:srgbClr val="000080"/>
                </a:solidFill>
                <a:latin typeface="Courier New" panose="02070309020205020404" pitchFamily="49" charset="0"/>
              </a:rPr>
              <a:t>(</a:t>
            </a:r>
            <a:r>
              <a:rPr lang="en-US" altLang="en-US" sz="1600">
                <a:solidFill>
                  <a:srgbClr val="808080"/>
                </a:solidFill>
                <a:latin typeface="Courier New" panose="02070309020205020404" pitchFamily="49" charset="0"/>
              </a:rPr>
              <a:t>'Input a number:'</a:t>
            </a:r>
            <a:r>
              <a:rPr lang="en-US" altLang="en-US" sz="1600" b="1">
                <a:solidFill>
                  <a:srgbClr val="000080"/>
                </a:solidFill>
                <a:latin typeface="Courier New" panose="02070309020205020404" pitchFamily="49" charset="0"/>
              </a:rPr>
              <a:t>)</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pprint</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x</a:t>
            </a:r>
            <a:r>
              <a:rPr lang="en-US" altLang="en-US" sz="1600" b="1">
                <a:solidFill>
                  <a:srgbClr val="000080"/>
                </a:solidFill>
                <a:latin typeface="Courier New" panose="02070309020205020404" pitchFamily="49" charset="0"/>
              </a:rPr>
              <a:t>)</a:t>
            </a:r>
            <a:endParaRPr lang="en-US" altLang="en-US" sz="1600">
              <a:solidFill>
                <a:srgbClr val="000000"/>
              </a:solidFill>
              <a:latin typeface="Courier New" panose="02070309020205020404" pitchFamily="49" charset="0"/>
            </a:endParaRPr>
          </a:p>
          <a:p>
            <a:pPr marL="0" lvl="0" indent="0">
              <a:spcBef>
                <a:spcPct val="0"/>
              </a:spcBef>
              <a:buNone/>
            </a:pPr>
            <a:r>
              <a:rPr lang="en-US" altLang="en-US" sz="1600">
                <a:solidFill>
                  <a:srgbClr val="000000"/>
                </a:solidFill>
                <a:latin typeface="Courier New" panose="02070309020205020404" pitchFamily="49" charset="0"/>
              </a:rPr>
              <a:t>pprint</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int</a:t>
            </a:r>
            <a:r>
              <a:rPr lang="en-US" altLang="en-US" sz="1600" b="1">
                <a:solidFill>
                  <a:srgbClr val="000080"/>
                </a:solidFill>
                <a:latin typeface="Courier New" panose="02070309020205020404" pitchFamily="49" charset="0"/>
              </a:rPr>
              <a:t>(</a:t>
            </a:r>
            <a:r>
              <a:rPr lang="en-US" altLang="en-US" sz="1600">
                <a:solidFill>
                  <a:srgbClr val="000000"/>
                </a:solidFill>
                <a:latin typeface="Courier New" panose="02070309020205020404" pitchFamily="49" charset="0"/>
              </a:rPr>
              <a:t>x</a:t>
            </a:r>
            <a:r>
              <a:rPr lang="en-US" altLang="en-US" sz="1600" b="1">
                <a:solidFill>
                  <a:srgbClr val="000080"/>
                </a:solidFill>
                <a:latin typeface="Courier New" panose="02070309020205020404" pitchFamily="49" charset="0"/>
              </a:rPr>
              <a:t>))</a:t>
            </a:r>
            <a:endParaRPr lang="en-US" altLang="en-US" sz="16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vert="horz" wrap="square" lIns="91440" tIns="45720" rIns="91440" bIns="45720" anchor="ctr" anchorCtr="0"/>
          <a:lstStyle/>
          <a:p>
            <a:r>
              <a:rPr lang="zh-CN" altLang="en-US"/>
              <a:t>例</a:t>
            </a:r>
            <a:r>
              <a:rPr lang="en-US" altLang="zh-CN"/>
              <a:t>3</a:t>
            </a:r>
            <a:endParaRPr lang="en-US" altLang="en-US"/>
          </a:p>
        </p:txBody>
      </p:sp>
      <p:sp>
        <p:nvSpPr>
          <p:cNvPr id="97283" name="内容占位符 2"/>
          <p:cNvSpPr>
            <a:spLocks noGrp="1"/>
          </p:cNvSpPr>
          <p:nvPr>
            <p:ph idx="1"/>
          </p:nvPr>
        </p:nvSpPr>
        <p:spPr/>
        <p:txBody>
          <a:bodyPr vert="horz" wrap="square" lIns="91440" tIns="45720" rIns="91440" bIns="45720" anchor="t" anchorCtr="0"/>
          <a:lstStyle/>
          <a:p>
            <a:pPr marL="0" indent="0">
              <a:buNone/>
            </a:pPr>
            <a:r>
              <a:rPr lang="zh-CN" altLang="en-US" sz="2800"/>
              <a:t>已知三角形的两边长及其夹角，求第三边长</a:t>
            </a:r>
            <a:endParaRPr lang="en-US" altLang="en-US" sz="2800"/>
          </a:p>
        </p:txBody>
      </p:sp>
      <p:sp>
        <p:nvSpPr>
          <p:cNvPr id="97284" name="矩形 3"/>
          <p:cNvSpPr/>
          <p:nvPr/>
        </p:nvSpPr>
        <p:spPr>
          <a:xfrm>
            <a:off x="422275" y="2562225"/>
            <a:ext cx="8229600" cy="156966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en-US" altLang="en-US" sz="1600" b="1" dirty="0">
                <a:solidFill>
                  <a:srgbClr val="0000FF"/>
                </a:solidFill>
                <a:latin typeface="Courier New" panose="02070309020205020404" pitchFamily="49" charset="0"/>
              </a:rPr>
              <a:t>import</a:t>
            </a:r>
            <a:r>
              <a:rPr lang="en-US" altLang="en-US" sz="1600" dirty="0">
                <a:solidFill>
                  <a:srgbClr val="000000"/>
                </a:solidFill>
                <a:latin typeface="Courier New" panose="02070309020205020404" pitchFamily="49" charset="0"/>
              </a:rPr>
              <a:t> math</a:t>
            </a:r>
          </a:p>
          <a:p>
            <a:pPr marL="0" lvl="0" indent="0">
              <a:spcBef>
                <a:spcPct val="0"/>
              </a:spcBef>
              <a:buNone/>
            </a:pPr>
            <a:endParaRPr lang="en-US" altLang="en-US" sz="1600" dirty="0">
              <a:solidFill>
                <a:srgbClr val="000000"/>
              </a:solidFill>
              <a:latin typeface="Courier New" panose="02070309020205020404" pitchFamily="49" charset="0"/>
            </a:endParaRPr>
          </a:p>
          <a:p>
            <a:pPr marL="0" lvl="0" indent="0">
              <a:spcBef>
                <a:spcPct val="0"/>
              </a:spcBef>
              <a:buNone/>
            </a:pPr>
            <a:r>
              <a:rPr lang="en-US" altLang="zh-CN" sz="1600" dirty="0">
                <a:solidFill>
                  <a:srgbClr val="000000"/>
                </a:solidFill>
                <a:latin typeface="Courier New" panose="02070309020205020404" pitchFamily="49" charset="0"/>
              </a:rPr>
              <a:t>x </a:t>
            </a:r>
            <a:r>
              <a:rPr lang="en-US" altLang="zh-CN" sz="1600" b="1" dirty="0">
                <a:solidFill>
                  <a:srgbClr val="000080"/>
                </a:solidFill>
                <a:latin typeface="Courier New" panose="02070309020205020404" pitchFamily="49" charset="0"/>
              </a:rPr>
              <a:t>=</a:t>
            </a:r>
            <a:r>
              <a:rPr lang="zh-CN" altLang="en-US" sz="1600" dirty="0">
                <a:solidFill>
                  <a:srgbClr val="000000"/>
                </a:solidFill>
                <a:latin typeface="Courier New" panose="02070309020205020404" pitchFamily="49" charset="0"/>
              </a:rPr>
              <a:t> </a:t>
            </a:r>
            <a:r>
              <a:rPr lang="en-US" altLang="zh-CN" sz="1600" dirty="0">
                <a:solidFill>
                  <a:srgbClr val="000000"/>
                </a:solidFill>
                <a:latin typeface="Courier New" panose="02070309020205020404" pitchFamily="49" charset="0"/>
              </a:rPr>
              <a:t>input</a:t>
            </a:r>
            <a:r>
              <a:rPr lang="en-US" altLang="zh-CN" sz="1600" b="1" dirty="0">
                <a:solidFill>
                  <a:srgbClr val="000080"/>
                </a:solidFill>
                <a:latin typeface="Courier New" panose="02070309020205020404" pitchFamily="49" charset="0"/>
              </a:rPr>
              <a:t>(</a:t>
            </a:r>
            <a:r>
              <a:rPr lang="en-US" altLang="zh-CN" sz="1600" dirty="0">
                <a:solidFill>
                  <a:srgbClr val="808080"/>
                </a:solidFill>
                <a:latin typeface="Courier New" panose="02070309020205020404" pitchFamily="49" charset="0"/>
              </a:rPr>
              <a:t>'</a:t>
            </a:r>
            <a:r>
              <a:rPr lang="zh-CN" altLang="en-US" sz="1600" dirty="0">
                <a:solidFill>
                  <a:srgbClr val="808080"/>
                </a:solidFill>
                <a:latin typeface="Courier New" panose="02070309020205020404" pitchFamily="49" charset="0"/>
              </a:rPr>
              <a:t>输入两边长及夹角（度）：</a:t>
            </a:r>
            <a:r>
              <a:rPr lang="en-US" altLang="zh-CN" sz="1600" dirty="0">
                <a:solidFill>
                  <a:srgbClr val="808080"/>
                </a:solidFill>
                <a:latin typeface="Courier New" panose="02070309020205020404" pitchFamily="49" charset="0"/>
              </a:rPr>
              <a:t>'</a:t>
            </a:r>
            <a:r>
              <a:rPr lang="en-US" altLang="zh-CN" sz="1600" b="1" dirty="0">
                <a:solidFill>
                  <a:srgbClr val="000080"/>
                </a:solidFill>
                <a:latin typeface="Courier New" panose="02070309020205020404" pitchFamily="49" charset="0"/>
              </a:rPr>
              <a:t>)</a:t>
            </a:r>
            <a:endParaRPr lang="zh-CN" altLang="en-US" sz="1600" dirty="0">
              <a:solidFill>
                <a:srgbClr val="000000"/>
              </a:solidFill>
              <a:latin typeface="Courier New" panose="02070309020205020404" pitchFamily="49" charset="0"/>
            </a:endParaRPr>
          </a:p>
          <a:p>
            <a:pPr marL="0" lvl="0" indent="0">
              <a:spcBef>
                <a:spcPct val="0"/>
              </a:spcBef>
              <a:buNone/>
            </a:pPr>
            <a:r>
              <a:rPr lang="en-US" altLang="en-US" sz="1600" dirty="0">
                <a:solidFill>
                  <a:srgbClr val="000000"/>
                </a:solidFill>
                <a:latin typeface="Courier New" panose="02070309020205020404" pitchFamily="49" charset="0"/>
              </a:rPr>
              <a:t>a</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b</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theta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map</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float</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x</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split</a:t>
            </a:r>
            <a:r>
              <a:rPr lang="en-US" altLang="en-US" sz="1600" b="1" dirty="0">
                <a:solidFill>
                  <a:srgbClr val="000080"/>
                </a:solidFill>
                <a:latin typeface="Courier New" panose="02070309020205020404" pitchFamily="49" charset="0"/>
              </a:rPr>
              <a:t>())</a:t>
            </a:r>
            <a:endParaRPr lang="en-US" altLang="en-US" sz="1600" dirty="0">
              <a:solidFill>
                <a:srgbClr val="000000"/>
              </a:solidFill>
              <a:latin typeface="Courier New" panose="02070309020205020404" pitchFamily="49" charset="0"/>
            </a:endParaRPr>
          </a:p>
          <a:p>
            <a:pPr marL="0" lvl="0" indent="0">
              <a:spcBef>
                <a:spcPct val="0"/>
              </a:spcBef>
              <a:buNone/>
            </a:pPr>
            <a:r>
              <a:rPr lang="en-US" altLang="en-US" sz="1600" dirty="0">
                <a:solidFill>
                  <a:srgbClr val="000000"/>
                </a:solidFill>
                <a:latin typeface="Courier New" panose="02070309020205020404" pitchFamily="49" charset="0"/>
              </a:rPr>
              <a:t>c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math</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sqrt</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a</a:t>
            </a:r>
            <a:r>
              <a:rPr lang="en-US" altLang="en-US" sz="1600" b="1" dirty="0">
                <a:solidFill>
                  <a:srgbClr val="000080"/>
                </a:solidFill>
                <a:latin typeface="Courier New" panose="02070309020205020404" pitchFamily="49" charset="0"/>
              </a:rPr>
              <a:t>**</a:t>
            </a:r>
            <a:r>
              <a:rPr lang="en-US" altLang="en-US" sz="1600" dirty="0">
                <a:solidFill>
                  <a:srgbClr val="FF0000"/>
                </a:solidFill>
                <a:latin typeface="Courier New" panose="02070309020205020404" pitchFamily="49" charset="0"/>
              </a:rPr>
              <a:t>2</a:t>
            </a:r>
            <a:r>
              <a:rPr lang="en-US" altLang="en-US" sz="1600" dirty="0">
                <a:solidFill>
                  <a:srgbClr val="000000"/>
                </a:solidFill>
                <a:latin typeface="Courier New" panose="02070309020205020404" pitchFamily="49" charset="0"/>
              </a:rPr>
              <a:t>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b</a:t>
            </a:r>
            <a:r>
              <a:rPr lang="en-US" altLang="en-US" sz="1600" b="1" dirty="0">
                <a:solidFill>
                  <a:srgbClr val="000080"/>
                </a:solidFill>
                <a:latin typeface="Courier New" panose="02070309020205020404" pitchFamily="49" charset="0"/>
              </a:rPr>
              <a:t>**</a:t>
            </a:r>
            <a:r>
              <a:rPr lang="en-US" altLang="en-US" sz="1600" dirty="0">
                <a:solidFill>
                  <a:srgbClr val="FF0000"/>
                </a:solidFill>
                <a:latin typeface="Courier New" panose="02070309020205020404" pitchFamily="49" charset="0"/>
              </a:rPr>
              <a:t>2</a:t>
            </a:r>
            <a:r>
              <a:rPr lang="en-US" altLang="en-US" sz="1600" dirty="0">
                <a:solidFill>
                  <a:srgbClr val="000000"/>
                </a:solidFill>
                <a:latin typeface="Courier New" panose="02070309020205020404" pitchFamily="49" charset="0"/>
              </a:rPr>
              <a:t>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a:t>
            </a:r>
            <a:r>
              <a:rPr lang="en-US" altLang="en-US" sz="1600" dirty="0">
                <a:solidFill>
                  <a:srgbClr val="FF0000"/>
                </a:solidFill>
                <a:latin typeface="Courier New" panose="02070309020205020404" pitchFamily="49" charset="0"/>
              </a:rPr>
              <a:t>2</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a</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b</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math</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cos</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theta</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math</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pi</a:t>
            </a:r>
            <a:r>
              <a:rPr lang="en-US" altLang="en-US" sz="1600" b="1" dirty="0">
                <a:solidFill>
                  <a:srgbClr val="000080"/>
                </a:solidFill>
                <a:latin typeface="Courier New" panose="02070309020205020404" pitchFamily="49" charset="0"/>
              </a:rPr>
              <a:t>/</a:t>
            </a:r>
            <a:r>
              <a:rPr lang="en-US" altLang="en-US" sz="1600" dirty="0">
                <a:solidFill>
                  <a:srgbClr val="FF0000"/>
                </a:solidFill>
                <a:latin typeface="Courier New" panose="02070309020205020404" pitchFamily="49" charset="0"/>
              </a:rPr>
              <a:t>180</a:t>
            </a:r>
            <a:r>
              <a:rPr lang="en-US" altLang="en-US" sz="1600" b="1" dirty="0">
                <a:solidFill>
                  <a:srgbClr val="000080"/>
                </a:solidFill>
                <a:latin typeface="Courier New" panose="02070309020205020404" pitchFamily="49" charset="0"/>
              </a:rPr>
              <a:t>))</a:t>
            </a:r>
            <a:endParaRPr lang="en-US" altLang="en-US" sz="1600" dirty="0">
              <a:solidFill>
                <a:srgbClr val="000000"/>
              </a:solidFill>
              <a:latin typeface="Courier New" panose="02070309020205020404" pitchFamily="49" charset="0"/>
            </a:endParaRPr>
          </a:p>
          <a:p>
            <a:pPr marL="0" lvl="0" indent="0">
              <a:spcBef>
                <a:spcPct val="0"/>
              </a:spcBef>
              <a:buNone/>
            </a:pPr>
            <a:r>
              <a:rPr lang="en-US" altLang="en-US" sz="1600" b="1" dirty="0">
                <a:solidFill>
                  <a:srgbClr val="0000FF"/>
                </a:solidFill>
                <a:latin typeface="Courier New" panose="02070309020205020404" pitchFamily="49" charset="0"/>
              </a:rPr>
              <a:t>print</a:t>
            </a:r>
            <a:r>
              <a:rPr lang="en-US" altLang="en-US" sz="1600" dirty="0">
                <a:solidFill>
                  <a:srgbClr val="000000"/>
                </a:solidFill>
                <a:latin typeface="Courier New" panose="02070309020205020404" pitchFamily="49" charset="0"/>
              </a:rPr>
              <a:t>(</a:t>
            </a:r>
            <a:r>
              <a:rPr lang="en-US" altLang="en-US" sz="1600" dirty="0">
                <a:solidFill>
                  <a:srgbClr val="808080"/>
                </a:solidFill>
                <a:latin typeface="Courier New" panose="02070309020205020404" pitchFamily="49" charset="0"/>
              </a:rPr>
              <a:t>'c: %f'</a:t>
            </a:r>
            <a:r>
              <a:rPr lang="en-US" altLang="en-US" sz="1600" dirty="0">
                <a:solidFill>
                  <a:srgbClr val="000000"/>
                </a:solidFill>
                <a:latin typeface="Courier New" panose="02070309020205020404" pitchFamily="49" charset="0"/>
              </a:rPr>
              <a:t>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c)</a:t>
            </a:r>
            <a:endParaRPr lang="en-US" alt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vert="horz" wrap="square" lIns="91440" tIns="45720" rIns="91440" bIns="45720" anchor="ctr" anchorCtr="0"/>
          <a:lstStyle/>
          <a:p>
            <a:r>
              <a:rPr lang="zh-CN" altLang="en-US"/>
              <a:t>例</a:t>
            </a:r>
            <a:r>
              <a:rPr lang="en-US" altLang="zh-CN"/>
              <a:t>4</a:t>
            </a:r>
            <a:endParaRPr lang="en-US" altLang="en-US"/>
          </a:p>
        </p:txBody>
      </p:sp>
      <p:sp>
        <p:nvSpPr>
          <p:cNvPr id="98307" name="内容占位符 2"/>
          <p:cNvSpPr>
            <a:spLocks noGrp="1"/>
          </p:cNvSpPr>
          <p:nvPr>
            <p:ph idx="1"/>
          </p:nvPr>
        </p:nvSpPr>
        <p:spPr/>
        <p:txBody>
          <a:bodyPr vert="horz" wrap="square" lIns="91440" tIns="45720" rIns="91440" bIns="45720" anchor="t" anchorCtr="0"/>
          <a:lstStyle/>
          <a:p>
            <a:pPr marL="0" indent="0">
              <a:buNone/>
            </a:pPr>
            <a:r>
              <a:rPr lang="zh-CN" altLang="en-US" sz="2800" dirty="0"/>
              <a:t>任意输入三个英文单词，按字典顺序输出</a:t>
            </a:r>
            <a:endParaRPr lang="en-US" altLang="zh-CN" sz="2800"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zh-CN" sz="2800" dirty="0"/>
          </a:p>
          <a:p>
            <a:pPr marL="0" indent="0">
              <a:buNone/>
            </a:pPr>
            <a:r>
              <a:rPr lang="zh-CN" altLang="en-US" sz="2800" dirty="0"/>
              <a:t>或直接写成：</a:t>
            </a:r>
            <a:endParaRPr lang="en-US" altLang="en-US" sz="2800" dirty="0"/>
          </a:p>
        </p:txBody>
      </p:sp>
      <p:sp>
        <p:nvSpPr>
          <p:cNvPr id="98308" name="矩形 3"/>
          <p:cNvSpPr/>
          <p:nvPr/>
        </p:nvSpPr>
        <p:spPr>
          <a:xfrm>
            <a:off x="397099" y="1641321"/>
            <a:ext cx="8229600" cy="23383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pl-PL" altLang="en-US" sz="1600" dirty="0">
                <a:solidFill>
                  <a:srgbClr val="000000"/>
                </a:solidFill>
                <a:latin typeface="Courier New" panose="02070309020205020404" pitchFamily="49" charset="0"/>
              </a:rPr>
              <a:t>s </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input</a:t>
            </a:r>
            <a:r>
              <a:rPr lang="pl-PL" altLang="en-US" sz="1600" b="1" dirty="0">
                <a:solidFill>
                  <a:srgbClr val="000080"/>
                </a:solidFill>
                <a:latin typeface="Courier New" panose="02070309020205020404" pitchFamily="49" charset="0"/>
              </a:rPr>
              <a:t>(</a:t>
            </a:r>
            <a:r>
              <a:rPr lang="pl-PL" altLang="en-US" sz="1600" dirty="0">
                <a:solidFill>
                  <a:srgbClr val="808080"/>
                </a:solidFill>
                <a:latin typeface="Courier New" panose="02070309020205020404" pitchFamily="49" charset="0"/>
              </a:rPr>
              <a:t>'x,y,z='</a:t>
            </a:r>
            <a:r>
              <a:rPr lang="pl-PL" altLang="en-US" sz="1600" b="1" dirty="0">
                <a:solidFill>
                  <a:srgbClr val="000080"/>
                </a:solidFill>
                <a:latin typeface="Courier New" panose="02070309020205020404" pitchFamily="49" charset="0"/>
              </a:rPr>
              <a:t>)</a:t>
            </a:r>
            <a:endParaRPr lang="pl-PL" altLang="en-US" sz="1600" dirty="0">
              <a:solidFill>
                <a:srgbClr val="000000"/>
              </a:solidFill>
              <a:latin typeface="Courier New" panose="02070309020205020404" pitchFamily="49" charset="0"/>
            </a:endParaRPr>
          </a:p>
          <a:p>
            <a:pPr marL="0" lvl="0" indent="0">
              <a:spcBef>
                <a:spcPct val="0"/>
              </a:spcBef>
              <a:buNone/>
            </a:pPr>
            <a:r>
              <a:rPr lang="pl-PL" altLang="en-US" sz="1600" dirty="0">
                <a:solidFill>
                  <a:srgbClr val="000000"/>
                </a:solidFill>
                <a:latin typeface="Courier New" panose="02070309020205020404" pitchFamily="49" charset="0"/>
              </a:rPr>
              <a:t>x</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y</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z </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s</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split</a:t>
            </a:r>
            <a:r>
              <a:rPr lang="pl-PL" altLang="en-US" sz="1600" b="1" dirty="0">
                <a:solidFill>
                  <a:srgbClr val="000080"/>
                </a:solidFill>
                <a:latin typeface="Courier New" panose="02070309020205020404" pitchFamily="49" charset="0"/>
              </a:rPr>
              <a:t>(</a:t>
            </a:r>
            <a:r>
              <a:rPr lang="pl-PL" altLang="en-US" sz="1600" dirty="0">
                <a:solidFill>
                  <a:srgbClr val="808080"/>
                </a:solidFill>
                <a:latin typeface="Courier New" panose="02070309020205020404" pitchFamily="49" charset="0"/>
              </a:rPr>
              <a:t>','</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a:t>
            </a:r>
          </a:p>
          <a:p>
            <a:pPr marL="0" lvl="0" indent="0">
              <a:spcBef>
                <a:spcPct val="0"/>
              </a:spcBef>
              <a:buNone/>
            </a:pPr>
            <a:r>
              <a:rPr lang="en-US" altLang="en-US" sz="1600" b="1" dirty="0">
                <a:solidFill>
                  <a:srgbClr val="0000FF"/>
                </a:solidFill>
                <a:latin typeface="Courier New" panose="02070309020205020404" pitchFamily="49" charset="0"/>
              </a:rPr>
              <a:t>if</a:t>
            </a:r>
            <a:r>
              <a:rPr lang="en-US" altLang="en-US" sz="1600" dirty="0">
                <a:solidFill>
                  <a:srgbClr val="000000"/>
                </a:solidFill>
                <a:latin typeface="Courier New" panose="02070309020205020404" pitchFamily="49" charset="0"/>
              </a:rPr>
              <a:t> x </a:t>
            </a:r>
            <a:r>
              <a:rPr lang="en-US" altLang="en-US" sz="1600" b="1" dirty="0">
                <a:solidFill>
                  <a:srgbClr val="000080"/>
                </a:solidFill>
                <a:latin typeface="Courier New" panose="02070309020205020404" pitchFamily="49" charset="0"/>
              </a:rPr>
              <a:t>&gt;</a:t>
            </a:r>
            <a:r>
              <a:rPr lang="en-US" altLang="en-US" sz="1600" dirty="0">
                <a:solidFill>
                  <a:srgbClr val="000000"/>
                </a:solidFill>
                <a:latin typeface="Courier New" panose="02070309020205020404" pitchFamily="49" charset="0"/>
              </a:rPr>
              <a:t> y</a:t>
            </a:r>
            <a:r>
              <a:rPr lang="en-US" altLang="en-US" sz="1600" b="1" dirty="0">
                <a:solidFill>
                  <a:srgbClr val="000080"/>
                </a:solidFill>
                <a:latin typeface="Courier New" panose="02070309020205020404" pitchFamily="49" charset="0"/>
              </a:rPr>
              <a:t>:</a:t>
            </a:r>
            <a:endParaRPr lang="en-US" altLang="en-US" sz="1600" dirty="0">
              <a:solidFill>
                <a:srgbClr val="000000"/>
              </a:solidFill>
              <a:latin typeface="Courier New" panose="02070309020205020404" pitchFamily="49" charset="0"/>
            </a:endParaRPr>
          </a:p>
          <a:p>
            <a:pPr marL="0" lvl="0" indent="0">
              <a:spcBef>
                <a:spcPct val="0"/>
              </a:spcBef>
              <a:buNone/>
            </a:pPr>
            <a:r>
              <a:rPr lang="en-US" altLang="en-US" sz="1600" dirty="0">
                <a:solidFill>
                  <a:srgbClr val="000000"/>
                </a:solidFill>
                <a:latin typeface="Courier New" panose="02070309020205020404" pitchFamily="49" charset="0"/>
              </a:rPr>
              <a:t>    x</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y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y</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x </a:t>
            </a:r>
          </a:p>
          <a:p>
            <a:pPr marL="0" lvl="0" indent="0">
              <a:spcBef>
                <a:spcPct val="0"/>
              </a:spcBef>
              <a:buNone/>
            </a:pPr>
            <a:r>
              <a:rPr lang="en-US" altLang="en-US" sz="1600" b="1" dirty="0">
                <a:solidFill>
                  <a:srgbClr val="0000FF"/>
                </a:solidFill>
                <a:latin typeface="Courier New" panose="02070309020205020404" pitchFamily="49" charset="0"/>
              </a:rPr>
              <a:t>if</a:t>
            </a:r>
            <a:r>
              <a:rPr lang="en-US" altLang="en-US" sz="1600" dirty="0">
                <a:solidFill>
                  <a:srgbClr val="000000"/>
                </a:solidFill>
                <a:latin typeface="Courier New" panose="02070309020205020404" pitchFamily="49" charset="0"/>
              </a:rPr>
              <a:t> x </a:t>
            </a:r>
            <a:r>
              <a:rPr lang="en-US" altLang="en-US" sz="1600" b="1" dirty="0">
                <a:solidFill>
                  <a:srgbClr val="000080"/>
                </a:solidFill>
                <a:latin typeface="Courier New" panose="02070309020205020404" pitchFamily="49" charset="0"/>
              </a:rPr>
              <a:t>&gt;</a:t>
            </a:r>
            <a:r>
              <a:rPr lang="en-US" altLang="en-US" sz="1600" dirty="0">
                <a:solidFill>
                  <a:srgbClr val="000000"/>
                </a:solidFill>
                <a:latin typeface="Courier New" panose="02070309020205020404" pitchFamily="49" charset="0"/>
              </a:rPr>
              <a:t> z</a:t>
            </a:r>
            <a:r>
              <a:rPr lang="en-US" altLang="en-US" sz="1600" b="1" dirty="0">
                <a:solidFill>
                  <a:srgbClr val="000080"/>
                </a:solidFill>
                <a:latin typeface="Courier New" panose="02070309020205020404" pitchFamily="49" charset="0"/>
              </a:rPr>
              <a:t>:</a:t>
            </a:r>
            <a:endParaRPr lang="en-US" altLang="en-US" sz="1600" dirty="0">
              <a:solidFill>
                <a:srgbClr val="000000"/>
              </a:solidFill>
              <a:latin typeface="Courier New" panose="02070309020205020404" pitchFamily="49" charset="0"/>
            </a:endParaRPr>
          </a:p>
          <a:p>
            <a:pPr marL="0" lvl="0" indent="0">
              <a:spcBef>
                <a:spcPct val="0"/>
              </a:spcBef>
              <a:buNone/>
            </a:pPr>
            <a:r>
              <a:rPr lang="en-US" altLang="en-US" sz="1600" dirty="0">
                <a:solidFill>
                  <a:srgbClr val="000000"/>
                </a:solidFill>
                <a:latin typeface="Courier New" panose="02070309020205020404" pitchFamily="49" charset="0"/>
              </a:rPr>
              <a:t>    x</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z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z</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x</a:t>
            </a:r>
          </a:p>
          <a:p>
            <a:pPr marL="0" lvl="0" indent="0">
              <a:spcBef>
                <a:spcPct val="0"/>
              </a:spcBef>
              <a:buNone/>
            </a:pPr>
            <a:r>
              <a:rPr lang="en-US" altLang="en-US" sz="1600" b="1" dirty="0">
                <a:solidFill>
                  <a:srgbClr val="0000FF"/>
                </a:solidFill>
                <a:latin typeface="Courier New" panose="02070309020205020404" pitchFamily="49" charset="0"/>
              </a:rPr>
              <a:t>if</a:t>
            </a:r>
            <a:r>
              <a:rPr lang="en-US" altLang="en-US" sz="1600" dirty="0">
                <a:solidFill>
                  <a:srgbClr val="000000"/>
                </a:solidFill>
                <a:latin typeface="Courier New" panose="02070309020205020404" pitchFamily="49" charset="0"/>
              </a:rPr>
              <a:t> y </a:t>
            </a:r>
            <a:r>
              <a:rPr lang="en-US" altLang="en-US" sz="1600" b="1" dirty="0">
                <a:solidFill>
                  <a:srgbClr val="000080"/>
                </a:solidFill>
                <a:latin typeface="Courier New" panose="02070309020205020404" pitchFamily="49" charset="0"/>
              </a:rPr>
              <a:t>&gt;</a:t>
            </a:r>
            <a:r>
              <a:rPr lang="en-US" altLang="en-US" sz="1600" dirty="0">
                <a:solidFill>
                  <a:srgbClr val="000000"/>
                </a:solidFill>
                <a:latin typeface="Courier New" panose="02070309020205020404" pitchFamily="49" charset="0"/>
              </a:rPr>
              <a:t> z</a:t>
            </a:r>
            <a:r>
              <a:rPr lang="en-US" altLang="en-US" sz="1600" b="1" dirty="0">
                <a:solidFill>
                  <a:srgbClr val="000080"/>
                </a:solidFill>
                <a:latin typeface="Courier New" panose="02070309020205020404" pitchFamily="49" charset="0"/>
              </a:rPr>
              <a:t>:</a:t>
            </a:r>
            <a:endParaRPr lang="en-US" altLang="en-US" sz="1600" dirty="0">
              <a:solidFill>
                <a:srgbClr val="000000"/>
              </a:solidFill>
              <a:latin typeface="Courier New" panose="02070309020205020404" pitchFamily="49" charset="0"/>
            </a:endParaRPr>
          </a:p>
          <a:p>
            <a:pPr marL="0" lvl="0" indent="0">
              <a:spcBef>
                <a:spcPct val="0"/>
              </a:spcBef>
              <a:buNone/>
            </a:pPr>
            <a:r>
              <a:rPr lang="en-US" altLang="en-US" sz="1600" dirty="0">
                <a:solidFill>
                  <a:srgbClr val="000000"/>
                </a:solidFill>
                <a:latin typeface="Courier New" panose="02070309020205020404" pitchFamily="49" charset="0"/>
              </a:rPr>
              <a:t>    y</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z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z</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y</a:t>
            </a:r>
          </a:p>
          <a:p>
            <a:pPr marL="0" lvl="0" indent="0">
              <a:spcBef>
                <a:spcPct val="0"/>
              </a:spcBef>
              <a:buNone/>
            </a:pPr>
            <a:r>
              <a:rPr lang="en-US" altLang="en-US" sz="1600" b="1" dirty="0">
                <a:solidFill>
                  <a:srgbClr val="0000FF"/>
                </a:solidFill>
                <a:latin typeface="Courier New" panose="02070309020205020404" pitchFamily="49" charset="0"/>
              </a:rPr>
              <a:t>print</a:t>
            </a:r>
            <a:r>
              <a:rPr lang="en-US" altLang="en-US" sz="1600" dirty="0">
                <a:solidFill>
                  <a:srgbClr val="000000"/>
                </a:solidFill>
                <a:latin typeface="Courier New" panose="02070309020205020404" pitchFamily="49" charset="0"/>
              </a:rPr>
              <a:t>(x</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y</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z)</a:t>
            </a:r>
            <a:endParaRPr lang="en-US" altLang="en-US" sz="1600" dirty="0"/>
          </a:p>
        </p:txBody>
      </p:sp>
      <p:sp>
        <p:nvSpPr>
          <p:cNvPr id="2" name="矩形 4">
            <a:extLst>
              <a:ext uri="{FF2B5EF4-FFF2-40B4-BE49-F238E27FC236}">
                <a16:creationId xmlns:a16="http://schemas.microsoft.com/office/drawing/2014/main" id="{1C993DFC-348A-7433-7CA7-8EE760D87052}"/>
              </a:ext>
            </a:extLst>
          </p:cNvPr>
          <p:cNvSpPr/>
          <p:nvPr/>
        </p:nvSpPr>
        <p:spPr>
          <a:xfrm>
            <a:off x="397099" y="4464243"/>
            <a:ext cx="8229600" cy="1076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0" lvl="0" indent="0">
              <a:spcBef>
                <a:spcPct val="0"/>
              </a:spcBef>
              <a:buNone/>
            </a:pPr>
            <a:r>
              <a:rPr lang="pl-PL" altLang="en-US" sz="1600" dirty="0">
                <a:solidFill>
                  <a:srgbClr val="000000"/>
                </a:solidFill>
                <a:latin typeface="Courier New" panose="02070309020205020404" pitchFamily="49" charset="0"/>
              </a:rPr>
              <a:t>s </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input</a:t>
            </a:r>
            <a:r>
              <a:rPr lang="pl-PL" altLang="en-US" sz="1600" b="1" dirty="0">
                <a:solidFill>
                  <a:srgbClr val="000080"/>
                </a:solidFill>
                <a:latin typeface="Courier New" panose="02070309020205020404" pitchFamily="49" charset="0"/>
              </a:rPr>
              <a:t>(</a:t>
            </a:r>
            <a:r>
              <a:rPr lang="pl-PL" altLang="en-US" sz="1600" dirty="0">
                <a:solidFill>
                  <a:srgbClr val="808080"/>
                </a:solidFill>
                <a:latin typeface="Courier New" panose="02070309020205020404" pitchFamily="49" charset="0"/>
              </a:rPr>
              <a:t>'x,y,z='</a:t>
            </a:r>
            <a:r>
              <a:rPr lang="pl-PL" altLang="en-US" sz="1600" b="1" dirty="0">
                <a:solidFill>
                  <a:srgbClr val="000080"/>
                </a:solidFill>
                <a:latin typeface="Courier New" panose="02070309020205020404" pitchFamily="49" charset="0"/>
              </a:rPr>
              <a:t>)</a:t>
            </a:r>
            <a:endParaRPr lang="pl-PL" altLang="en-US" sz="1600" dirty="0">
              <a:solidFill>
                <a:srgbClr val="000000"/>
              </a:solidFill>
              <a:latin typeface="Courier New" panose="02070309020205020404" pitchFamily="49" charset="0"/>
            </a:endParaRPr>
          </a:p>
          <a:p>
            <a:pPr marL="0" lvl="0" indent="0">
              <a:spcBef>
                <a:spcPct val="0"/>
              </a:spcBef>
              <a:buNone/>
            </a:pPr>
            <a:r>
              <a:rPr lang="pl-PL" altLang="en-US" sz="1600" dirty="0">
                <a:solidFill>
                  <a:srgbClr val="000000"/>
                </a:solidFill>
                <a:latin typeface="Courier New" panose="02070309020205020404" pitchFamily="49" charset="0"/>
              </a:rPr>
              <a:t>x</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y</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z </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s</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split</a:t>
            </a:r>
            <a:r>
              <a:rPr lang="pl-PL" altLang="en-US" sz="1600" b="1" dirty="0">
                <a:solidFill>
                  <a:srgbClr val="000080"/>
                </a:solidFill>
                <a:latin typeface="Courier New" panose="02070309020205020404" pitchFamily="49" charset="0"/>
              </a:rPr>
              <a:t>(</a:t>
            </a:r>
            <a:r>
              <a:rPr lang="pl-PL" altLang="en-US" sz="1600" dirty="0">
                <a:solidFill>
                  <a:srgbClr val="808080"/>
                </a:solidFill>
                <a:latin typeface="Courier New" panose="02070309020205020404" pitchFamily="49" charset="0"/>
              </a:rPr>
              <a:t>','</a:t>
            </a:r>
            <a:r>
              <a:rPr lang="pl-PL" altLang="en-US" sz="1600" b="1" dirty="0">
                <a:solidFill>
                  <a:srgbClr val="000080"/>
                </a:solidFill>
                <a:latin typeface="Courier New" panose="02070309020205020404" pitchFamily="49" charset="0"/>
              </a:rPr>
              <a:t>)</a:t>
            </a:r>
            <a:r>
              <a:rPr lang="pl-PL" altLang="en-US" sz="1600" dirty="0">
                <a:solidFill>
                  <a:srgbClr val="000000"/>
                </a:solidFill>
                <a:latin typeface="Courier New" panose="02070309020205020404" pitchFamily="49" charset="0"/>
              </a:rPr>
              <a:t> </a:t>
            </a:r>
          </a:p>
          <a:p>
            <a:pPr marL="0" lvl="0" indent="0">
              <a:spcBef>
                <a:spcPct val="0"/>
              </a:spcBef>
              <a:buNone/>
            </a:pPr>
            <a:r>
              <a:rPr lang="en-US" altLang="en-US" sz="1600" dirty="0">
                <a:solidFill>
                  <a:srgbClr val="000000"/>
                </a:solidFill>
                <a:latin typeface="Courier New" panose="02070309020205020404" pitchFamily="49" charset="0"/>
              </a:rPr>
              <a:t>x</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y</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z </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sorted</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x</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y</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z</a:t>
            </a:r>
            <a:r>
              <a:rPr lang="en-US" altLang="en-US" sz="1600" b="1" dirty="0">
                <a:solidFill>
                  <a:srgbClr val="000080"/>
                </a:solidFill>
                <a:latin typeface="Courier New" panose="02070309020205020404" pitchFamily="49" charset="0"/>
              </a:rPr>
              <a:t>])</a:t>
            </a:r>
            <a:endParaRPr lang="en-US" altLang="en-US" sz="1600" dirty="0">
              <a:solidFill>
                <a:srgbClr val="000000"/>
              </a:solidFill>
              <a:latin typeface="Courier New" panose="02070309020205020404" pitchFamily="49" charset="0"/>
            </a:endParaRPr>
          </a:p>
          <a:p>
            <a:pPr marL="0" lvl="0" indent="0">
              <a:spcBef>
                <a:spcPct val="0"/>
              </a:spcBef>
              <a:buNone/>
            </a:pPr>
            <a:r>
              <a:rPr lang="en-US" altLang="en-US" sz="1600" b="1" dirty="0">
                <a:solidFill>
                  <a:srgbClr val="0000FF"/>
                </a:solidFill>
                <a:latin typeface="Courier New" panose="02070309020205020404" pitchFamily="49" charset="0"/>
              </a:rPr>
              <a:t>print</a:t>
            </a:r>
            <a:r>
              <a:rPr lang="en-US" altLang="en-US" sz="1600" dirty="0">
                <a:solidFill>
                  <a:srgbClr val="000000"/>
                </a:solidFill>
                <a:latin typeface="Courier New" panose="02070309020205020404" pitchFamily="49" charset="0"/>
              </a:rPr>
              <a:t>(x</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y</a:t>
            </a:r>
            <a:r>
              <a:rPr lang="en-US" altLang="en-US" sz="1600" b="1" dirty="0">
                <a:solidFill>
                  <a:srgbClr val="000080"/>
                </a:solidFill>
                <a:latin typeface="Courier New" panose="02070309020205020404" pitchFamily="49" charset="0"/>
              </a:rPr>
              <a:t>,</a:t>
            </a:r>
            <a:r>
              <a:rPr lang="en-US" altLang="en-US" sz="1600" dirty="0">
                <a:solidFill>
                  <a:srgbClr val="000000"/>
                </a:solidFill>
                <a:latin typeface="Courier New" panose="02070309020205020404" pitchFamily="49" charset="0"/>
              </a:rPr>
              <a:t> z)</a:t>
            </a:r>
            <a:endParaRPr lang="en-US" alt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4D90E-F91D-69D6-620C-3AC96F329E2E}"/>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8BA02CA9-A337-5260-BD7E-F6E9FE7304A9}"/>
              </a:ext>
            </a:extLst>
          </p:cNvPr>
          <p:cNvSpPr>
            <a:spLocks noGrp="1"/>
          </p:cNvSpPr>
          <p:nvPr>
            <p:ph idx="1"/>
          </p:nvPr>
        </p:nvSpPr>
        <p:spPr/>
        <p:txBody>
          <a:bodyPr>
            <a:normAutofit lnSpcReduction="10000"/>
          </a:bodyPr>
          <a:lstStyle/>
          <a:p>
            <a:pPr marL="288000" lvl="1" indent="-288000" algn="just" fontAlgn="base">
              <a:lnSpc>
                <a:spcPct val="100000"/>
              </a:lnSpc>
              <a:spcBef>
                <a:spcPts val="600"/>
              </a:spcBef>
              <a:spcAft>
                <a:spcPct val="0"/>
              </a:spcAft>
            </a:pPr>
            <a:r>
              <a:rPr lang="zh-CN" altLang="en-US" sz="2400" dirty="0">
                <a:solidFill>
                  <a:srgbClr val="000000"/>
                </a:solidFill>
                <a:cs typeface="Times New Roman" panose="02020603050405020304" pitchFamily="18" charset="0"/>
              </a:rPr>
              <a:t>阅读教材</a:t>
            </a:r>
            <a:r>
              <a:rPr lang="en-US" altLang="zh-CN" sz="2400" dirty="0">
                <a:solidFill>
                  <a:srgbClr val="000000"/>
                </a:solidFill>
                <a:cs typeface="Times New Roman" panose="02020603050405020304" pitchFamily="18" charset="0"/>
              </a:rPr>
              <a:t>《</a:t>
            </a:r>
            <a:r>
              <a:rPr lang="zh-CN" altLang="en-US" sz="2400" dirty="0">
                <a:solidFill>
                  <a:srgbClr val="000000"/>
                </a:solidFill>
                <a:cs typeface="Times New Roman" panose="02020603050405020304" pitchFamily="18" charset="0"/>
              </a:rPr>
              <a:t>第</a:t>
            </a:r>
            <a:r>
              <a:rPr lang="en-US" altLang="zh-CN" sz="2400" dirty="0">
                <a:solidFill>
                  <a:srgbClr val="000000"/>
                </a:solidFill>
                <a:cs typeface="Times New Roman" panose="02020603050405020304" pitchFamily="18" charset="0"/>
              </a:rPr>
              <a:t>1</a:t>
            </a:r>
            <a:r>
              <a:rPr lang="zh-CN" altLang="en-US" sz="2400" dirty="0">
                <a:solidFill>
                  <a:srgbClr val="000000"/>
                </a:solidFill>
                <a:cs typeface="Times New Roman" panose="02020603050405020304" pitchFamily="18" charset="0"/>
              </a:rPr>
              <a:t>章 </a:t>
            </a:r>
            <a:r>
              <a:rPr lang="en-US" altLang="zh-CN" sz="2400" dirty="0">
                <a:solidFill>
                  <a:srgbClr val="000000"/>
                </a:solidFill>
                <a:cs typeface="Times New Roman" panose="02020603050405020304" pitchFamily="18" charset="0"/>
              </a:rPr>
              <a:t>Python</a:t>
            </a:r>
            <a:r>
              <a:rPr lang="zh-CN" altLang="en-US" sz="2400" dirty="0">
                <a:solidFill>
                  <a:srgbClr val="000000"/>
                </a:solidFill>
                <a:cs typeface="Times New Roman" panose="02020603050405020304" pitchFamily="18" charset="0"/>
              </a:rPr>
              <a:t>基础知识</a:t>
            </a:r>
            <a:r>
              <a:rPr lang="en-US" altLang="zh-CN" sz="2400" dirty="0">
                <a:solidFill>
                  <a:srgbClr val="000000"/>
                </a:solidFill>
                <a:cs typeface="Times New Roman" panose="02020603050405020304" pitchFamily="18" charset="0"/>
              </a:rPr>
              <a:t>》</a:t>
            </a:r>
          </a:p>
          <a:p>
            <a:pPr marL="288000" lvl="1" indent="-288000" algn="just" fontAlgn="base">
              <a:lnSpc>
                <a:spcPct val="100000"/>
              </a:lnSpc>
              <a:spcBef>
                <a:spcPts val="600"/>
              </a:spcBef>
              <a:spcAft>
                <a:spcPct val="0"/>
              </a:spcAft>
            </a:pPr>
            <a:r>
              <a:rPr lang="zh-CN" altLang="en-US" sz="2400" dirty="0">
                <a:solidFill>
                  <a:srgbClr val="000000"/>
                </a:solidFill>
                <a:cs typeface="Times New Roman" panose="02020603050405020304" pitchFamily="18" charset="0"/>
              </a:rPr>
              <a:t>在自己的机器上安装</a:t>
            </a:r>
            <a:r>
              <a:rPr lang="en-US" altLang="zh-CN" sz="2400" dirty="0">
                <a:solidFill>
                  <a:srgbClr val="000000"/>
                </a:solidFill>
                <a:cs typeface="Times New Roman" panose="02020603050405020304" pitchFamily="18" charset="0"/>
              </a:rPr>
              <a:t>Python</a:t>
            </a:r>
          </a:p>
          <a:p>
            <a:pPr marL="288000" lvl="1" algn="just" fontAlgn="base">
              <a:spcAft>
                <a:spcPct val="0"/>
              </a:spcAft>
            </a:pPr>
            <a:r>
              <a:rPr lang="zh-CN" altLang="en-US" sz="2400" dirty="0">
                <a:solidFill>
                  <a:srgbClr val="000000"/>
                </a:solidFill>
                <a:cs typeface="Times New Roman" panose="02020603050405020304" pitchFamily="18" charset="0"/>
              </a:rPr>
              <a:t>选择一个最爱的</a:t>
            </a:r>
            <a:r>
              <a:rPr lang="en-US" altLang="zh-CN" sz="2400" dirty="0">
                <a:solidFill>
                  <a:srgbClr val="000000"/>
                </a:solidFill>
                <a:cs typeface="Times New Roman" panose="02020603050405020304" pitchFamily="18" charset="0"/>
              </a:rPr>
              <a:t>IDE</a:t>
            </a:r>
            <a:r>
              <a:rPr lang="zh-CN" altLang="en-US" sz="2400" dirty="0">
                <a:solidFill>
                  <a:srgbClr val="000000"/>
                </a:solidFill>
                <a:cs typeface="Times New Roman" panose="02020603050405020304" pitchFamily="18" charset="0"/>
              </a:rPr>
              <a:t>并安装使用</a:t>
            </a:r>
            <a:endParaRPr lang="en-US" altLang="zh-CN" sz="2400" dirty="0">
              <a:solidFill>
                <a:srgbClr val="000000"/>
              </a:solidFill>
              <a:cs typeface="Times New Roman" panose="02020603050405020304" pitchFamily="18" charset="0"/>
            </a:endParaRPr>
          </a:p>
          <a:p>
            <a:pPr marL="288000" lvl="1" algn="just" fontAlgn="base">
              <a:spcAft>
                <a:spcPct val="0"/>
              </a:spcAft>
            </a:pPr>
            <a:r>
              <a:rPr lang="zh-CN" altLang="en-US" sz="2400" dirty="0">
                <a:solidFill>
                  <a:srgbClr val="000000"/>
                </a:solidFill>
                <a:cs typeface="Times New Roman" panose="02020603050405020304" pitchFamily="18" charset="0"/>
              </a:rPr>
              <a:t>分别使用</a:t>
            </a:r>
            <a:r>
              <a:rPr lang="en-US" altLang="zh-CN" sz="2400" dirty="0">
                <a:solidFill>
                  <a:srgbClr val="000000"/>
                </a:solidFill>
                <a:cs typeface="Times New Roman" panose="02020603050405020304" pitchFamily="18" charset="0"/>
              </a:rPr>
              <a:t>Python</a:t>
            </a:r>
            <a:r>
              <a:rPr lang="zh-CN" altLang="en-US" sz="2400" dirty="0">
                <a:solidFill>
                  <a:srgbClr val="000000"/>
                </a:solidFill>
                <a:cs typeface="Times New Roman" panose="02020603050405020304" pitchFamily="18" charset="0"/>
              </a:rPr>
              <a:t>交互环境和</a:t>
            </a:r>
            <a:r>
              <a:rPr lang="en-US" altLang="zh-CN" sz="2400" dirty="0">
                <a:solidFill>
                  <a:srgbClr val="000000"/>
                </a:solidFill>
                <a:cs typeface="Times New Roman" panose="02020603050405020304" pitchFamily="18" charset="0"/>
              </a:rPr>
              <a:t>Python</a:t>
            </a:r>
            <a:r>
              <a:rPr lang="zh-CN" altLang="en-US" sz="2400" dirty="0">
                <a:solidFill>
                  <a:srgbClr val="000000"/>
                </a:solidFill>
                <a:cs typeface="Times New Roman" panose="02020603050405020304" pitchFamily="18" charset="0"/>
              </a:rPr>
              <a:t>解释器</a:t>
            </a:r>
            <a:endParaRPr lang="en-US" altLang="zh-CN" sz="2400" dirty="0">
              <a:solidFill>
                <a:srgbClr val="000000"/>
              </a:solidFill>
              <a:cs typeface="Times New Roman" panose="02020603050405020304" pitchFamily="18" charset="0"/>
            </a:endParaRPr>
          </a:p>
          <a:p>
            <a:pPr marL="288000" lvl="1" algn="just" fontAlgn="base">
              <a:spcAft>
                <a:spcPct val="0"/>
              </a:spcAft>
            </a:pPr>
            <a:r>
              <a:rPr lang="zh-CN" altLang="en-US" sz="2400" dirty="0">
                <a:solidFill>
                  <a:srgbClr val="000000"/>
                </a:solidFill>
                <a:cs typeface="Times New Roman" panose="02020603050405020304" pitchFamily="18" charset="0"/>
              </a:rPr>
              <a:t>学用</a:t>
            </a:r>
            <a:r>
              <a:rPr lang="en-US" altLang="zh-CN" sz="2400" dirty="0">
                <a:solidFill>
                  <a:srgbClr val="000000"/>
                </a:solidFill>
                <a:cs typeface="Times New Roman" panose="02020603050405020304" pitchFamily="18" charset="0"/>
                <a:hlinkClick r:id="rId2"/>
              </a:rPr>
              <a:t>Python </a:t>
            </a:r>
            <a:r>
              <a:rPr lang="en-US" altLang="zh-CN" sz="2400" dirty="0" err="1">
                <a:solidFill>
                  <a:srgbClr val="000000"/>
                </a:solidFill>
                <a:cs typeface="Times New Roman" panose="02020603050405020304" pitchFamily="18" charset="0"/>
                <a:hlinkClick r:id="rId2"/>
              </a:rPr>
              <a:t>venv</a:t>
            </a:r>
            <a:r>
              <a:rPr lang="zh-CN" altLang="en-US" sz="2400" dirty="0">
                <a:solidFill>
                  <a:srgbClr val="000000"/>
                </a:solidFill>
                <a:cs typeface="Times New Roman" panose="02020603050405020304" pitchFamily="18" charset="0"/>
              </a:rPr>
              <a:t>和</a:t>
            </a:r>
            <a:r>
              <a:rPr lang="en-US" altLang="zh-CN" sz="2400" dirty="0">
                <a:solidFill>
                  <a:srgbClr val="000000"/>
                </a:solidFill>
                <a:cs typeface="Times New Roman" panose="02020603050405020304" pitchFamily="18" charset="0"/>
              </a:rPr>
              <a:t>IDE</a:t>
            </a:r>
            <a:r>
              <a:rPr lang="zh-CN" altLang="en-US" sz="2400" dirty="0">
                <a:solidFill>
                  <a:srgbClr val="000000"/>
                </a:solidFill>
                <a:cs typeface="Times New Roman" panose="02020603050405020304" pitchFamily="18" charset="0"/>
              </a:rPr>
              <a:t>中的虚拟环境</a:t>
            </a:r>
            <a:endParaRPr lang="en-US" altLang="zh-CN" sz="2400" dirty="0">
              <a:solidFill>
                <a:srgbClr val="000000"/>
              </a:solidFill>
              <a:cs typeface="Times New Roman" panose="02020603050405020304" pitchFamily="18" charset="0"/>
            </a:endParaRPr>
          </a:p>
          <a:p>
            <a:pPr marL="288000" lvl="1" algn="just" fontAlgn="base">
              <a:spcAft>
                <a:spcPct val="0"/>
              </a:spcAft>
            </a:pPr>
            <a:r>
              <a:rPr lang="zh-CN" altLang="en-US" sz="2400" dirty="0">
                <a:solidFill>
                  <a:srgbClr val="000000"/>
                </a:solidFill>
                <a:cs typeface="Times New Roman" panose="02020603050405020304" pitchFamily="18" charset="0"/>
              </a:rPr>
              <a:t>比较使用</a:t>
            </a:r>
            <a:r>
              <a:rPr lang="en-US" altLang="zh-CN" sz="2400" dirty="0">
                <a:solidFill>
                  <a:srgbClr val="000000"/>
                </a:solidFill>
                <a:cs typeface="Times New Roman" panose="02020603050405020304" pitchFamily="18" charset="0"/>
              </a:rPr>
              <a:t>Windows</a:t>
            </a:r>
            <a:r>
              <a:rPr lang="zh-CN" altLang="en-US" sz="2400" dirty="0">
                <a:solidFill>
                  <a:srgbClr val="000000"/>
                </a:solidFill>
                <a:cs typeface="Times New Roman" panose="02020603050405020304" pitchFamily="18" charset="0"/>
              </a:rPr>
              <a:t>的命令提示符程序（</a:t>
            </a:r>
            <a:r>
              <a:rPr lang="en-US" altLang="zh-CN" sz="2400" dirty="0" err="1">
                <a:solidFill>
                  <a:srgbClr val="000000"/>
                </a:solidFill>
                <a:cs typeface="Times New Roman" panose="02020603050405020304" pitchFamily="18" charset="0"/>
              </a:rPr>
              <a:t>cmd</a:t>
            </a:r>
            <a:r>
              <a:rPr lang="zh-CN" altLang="en-US" sz="2400" dirty="0">
                <a:solidFill>
                  <a:srgbClr val="000000"/>
                </a:solidFill>
                <a:cs typeface="Times New Roman" panose="02020603050405020304" pitchFamily="18" charset="0"/>
              </a:rPr>
              <a:t>）和</a:t>
            </a:r>
            <a:r>
              <a:rPr lang="en-US" altLang="zh-CN" sz="2400" dirty="0">
                <a:solidFill>
                  <a:srgbClr val="000000"/>
                </a:solidFill>
                <a:cs typeface="Times New Roman" panose="02020603050405020304" pitchFamily="18" charset="0"/>
              </a:rPr>
              <a:t>Windows</a:t>
            </a:r>
            <a:r>
              <a:rPr lang="zh-CN" altLang="en-US" sz="2400" dirty="0">
                <a:solidFill>
                  <a:srgbClr val="000000"/>
                </a:solidFill>
                <a:cs typeface="Times New Roman" panose="02020603050405020304" pitchFamily="18" charset="0"/>
              </a:rPr>
              <a:t>的</a:t>
            </a:r>
            <a:r>
              <a:rPr lang="en-US" altLang="zh-CN" sz="2400" dirty="0">
                <a:solidFill>
                  <a:srgbClr val="000000"/>
                </a:solidFill>
                <a:cs typeface="Times New Roman" panose="02020603050405020304" pitchFamily="18" charset="0"/>
              </a:rPr>
              <a:t>Linux</a:t>
            </a:r>
            <a:r>
              <a:rPr lang="zh-CN" altLang="en-US" sz="2400" dirty="0">
                <a:solidFill>
                  <a:srgbClr val="000000"/>
                </a:solidFill>
                <a:cs typeface="Times New Roman" panose="02020603050405020304" pitchFamily="18" charset="0"/>
              </a:rPr>
              <a:t>子系统（</a:t>
            </a:r>
            <a:r>
              <a:rPr lang="en-US" altLang="zh-CN" sz="2400" dirty="0" err="1">
                <a:solidFill>
                  <a:srgbClr val="000000"/>
                </a:solidFill>
                <a:cs typeface="Times New Roman" panose="02020603050405020304" pitchFamily="18" charset="0"/>
              </a:rPr>
              <a:t>wsl</a:t>
            </a:r>
            <a:r>
              <a:rPr lang="zh-CN" altLang="en-US" sz="2400" dirty="0">
                <a:solidFill>
                  <a:srgbClr val="000000"/>
                </a:solidFill>
                <a:cs typeface="Times New Roman" panose="02020603050405020304" pitchFamily="18" charset="0"/>
              </a:rPr>
              <a:t>）</a:t>
            </a:r>
            <a:endParaRPr lang="en-US" altLang="zh-CN" sz="2400" dirty="0">
              <a:solidFill>
                <a:srgbClr val="000000"/>
              </a:solidFill>
              <a:cs typeface="Times New Roman" panose="02020603050405020304" pitchFamily="18" charset="0"/>
            </a:endParaRPr>
          </a:p>
          <a:p>
            <a:pPr marL="288000" lvl="1" algn="just" fontAlgn="base">
              <a:spcAft>
                <a:spcPct val="0"/>
              </a:spcAft>
            </a:pPr>
            <a:r>
              <a:rPr lang="zh-CN" altLang="en-US" sz="2400" dirty="0">
                <a:solidFill>
                  <a:srgbClr val="000000"/>
                </a:solidFill>
                <a:cs typeface="Times New Roman" panose="02020603050405020304" pitchFamily="18" charset="0"/>
              </a:rPr>
              <a:t>学用</a:t>
            </a:r>
            <a:r>
              <a:rPr lang="en-US" altLang="zh-CN" sz="2400" dirty="0">
                <a:solidFill>
                  <a:srgbClr val="000000"/>
                </a:solidFill>
                <a:cs typeface="Times New Roman" panose="02020603050405020304" pitchFamily="18" charset="0"/>
              </a:rPr>
              <a:t>Python</a:t>
            </a:r>
            <a:r>
              <a:rPr lang="zh-CN" altLang="en-US" sz="2400" dirty="0">
                <a:solidFill>
                  <a:srgbClr val="000000"/>
                </a:solidFill>
                <a:cs typeface="Times New Roman" panose="02020603050405020304" pitchFamily="18" charset="0"/>
              </a:rPr>
              <a:t>的</a:t>
            </a:r>
            <a:r>
              <a:rPr lang="en-US" altLang="zh-CN" sz="2400" dirty="0" err="1">
                <a:solidFill>
                  <a:srgbClr val="000000"/>
                </a:solidFill>
                <a:cs typeface="Times New Roman" panose="02020603050405020304" pitchFamily="18" charset="0"/>
              </a:rPr>
              <a:t>nltk</a:t>
            </a:r>
            <a:r>
              <a:rPr lang="zh-CN" altLang="en-US" sz="2400" dirty="0">
                <a:solidFill>
                  <a:srgbClr val="000000"/>
                </a:solidFill>
                <a:cs typeface="Times New Roman" panose="02020603050405020304" pitchFamily="18" charset="0"/>
              </a:rPr>
              <a:t>包，写一个完整的、专业的</a:t>
            </a:r>
            <a:r>
              <a:rPr lang="en-US" altLang="zh-CN" sz="2400" dirty="0">
                <a:solidFill>
                  <a:srgbClr val="000000"/>
                </a:solidFill>
                <a:cs typeface="Times New Roman" panose="02020603050405020304" pitchFamily="18" charset="0"/>
              </a:rPr>
              <a:t>Python</a:t>
            </a:r>
            <a:r>
              <a:rPr lang="zh-CN" altLang="en-US" sz="2400" dirty="0">
                <a:solidFill>
                  <a:srgbClr val="000000"/>
                </a:solidFill>
                <a:cs typeface="Times New Roman" panose="02020603050405020304" pitchFamily="18" charset="0"/>
              </a:rPr>
              <a:t>脚本程序（</a:t>
            </a:r>
            <a:r>
              <a:rPr lang="zh-CN" altLang="en-US" sz="2400" dirty="0">
                <a:solidFill>
                  <a:srgbClr val="FF0000"/>
                </a:solidFill>
                <a:cs typeface="Times New Roman" panose="02020603050405020304" pitchFamily="18" charset="0"/>
              </a:rPr>
              <a:t>邮件发至</a:t>
            </a:r>
            <a:r>
              <a:rPr lang="en-US" altLang="zh-CN" sz="2400" dirty="0">
                <a:solidFill>
                  <a:srgbClr val="FF0000"/>
                </a:solidFill>
                <a:cs typeface="Times New Roman" panose="02020603050405020304" pitchFamily="18" charset="0"/>
              </a:rPr>
              <a:t>gxli@xidian.edu.cn</a:t>
            </a:r>
            <a:r>
              <a:rPr lang="zh-CN" altLang="en-US" sz="2400" dirty="0">
                <a:solidFill>
                  <a:srgbClr val="FF0000"/>
                </a:solidFill>
                <a:cs typeface="Times New Roman" panose="02020603050405020304" pitchFamily="18" charset="0"/>
              </a:rPr>
              <a:t>，注明学号、姓名</a:t>
            </a:r>
            <a:r>
              <a:rPr lang="zh-CN" altLang="en-US" sz="2400" dirty="0">
                <a:solidFill>
                  <a:srgbClr val="000000"/>
                </a:solidFill>
                <a:cs typeface="Times New Roman" panose="02020603050405020304" pitchFamily="18" charset="0"/>
              </a:rPr>
              <a:t>）</a:t>
            </a:r>
            <a:endParaRPr lang="en-US" altLang="zh-CN" sz="2400" dirty="0">
              <a:solidFill>
                <a:srgbClr val="000000"/>
              </a:solidFill>
              <a:cs typeface="Times New Roman" panose="02020603050405020304" pitchFamily="18" charset="0"/>
            </a:endParaRPr>
          </a:p>
          <a:p>
            <a:pPr marL="288000" lvl="1" algn="just" fontAlgn="base">
              <a:spcAft>
                <a:spcPct val="0"/>
              </a:spcAft>
            </a:pPr>
            <a:r>
              <a:rPr lang="zh-CN" altLang="en-US" sz="2400" dirty="0">
                <a:solidFill>
                  <a:srgbClr val="000000"/>
                </a:solidFill>
                <a:cs typeface="Times New Roman" panose="02020603050405020304" pitchFamily="18" charset="0"/>
              </a:rPr>
              <a:t>回答：</a:t>
            </a:r>
            <a:r>
              <a:rPr lang="en-US" altLang="zh-CN" sz="2400" dirty="0">
                <a:solidFill>
                  <a:srgbClr val="000000"/>
                </a:solidFill>
                <a:cs typeface="Times New Roman" panose="02020603050405020304" pitchFamily="18" charset="0"/>
              </a:rPr>
              <a:t>Python 2</a:t>
            </a:r>
            <a:r>
              <a:rPr lang="zh-CN" altLang="en-US" sz="2400" dirty="0">
                <a:solidFill>
                  <a:srgbClr val="000000"/>
                </a:solidFill>
                <a:cs typeface="Times New Roman" panose="02020603050405020304" pitchFamily="18" charset="0"/>
              </a:rPr>
              <a:t>的除法与</a:t>
            </a:r>
            <a:r>
              <a:rPr lang="en-US" altLang="zh-CN" sz="2400" dirty="0">
                <a:solidFill>
                  <a:srgbClr val="000000"/>
                </a:solidFill>
                <a:cs typeface="Times New Roman" panose="02020603050405020304" pitchFamily="18" charset="0"/>
              </a:rPr>
              <a:t>Python 3</a:t>
            </a:r>
            <a:r>
              <a:rPr lang="zh-CN" altLang="en-US" sz="2400" dirty="0">
                <a:solidFill>
                  <a:srgbClr val="000000"/>
                </a:solidFill>
                <a:cs typeface="Times New Roman" panose="02020603050405020304" pitchFamily="18" charset="0"/>
              </a:rPr>
              <a:t>的除法有何异同？</a:t>
            </a:r>
            <a:r>
              <a:rPr lang="en-US" altLang="zh-CN" sz="2400" dirty="0">
                <a:solidFill>
                  <a:srgbClr val="000000"/>
                </a:solidFill>
                <a:cs typeface="Times New Roman" panose="02020603050405020304" pitchFamily="18" charset="0"/>
              </a:rPr>
              <a:t>Python 2</a:t>
            </a:r>
            <a:r>
              <a:rPr lang="zh-CN" altLang="en-US" sz="2400" dirty="0">
                <a:solidFill>
                  <a:srgbClr val="000000"/>
                </a:solidFill>
                <a:cs typeface="Times New Roman" panose="02020603050405020304" pitchFamily="18" charset="0"/>
              </a:rPr>
              <a:t>的</a:t>
            </a:r>
            <a:r>
              <a:rPr lang="en-US" altLang="zh-CN" sz="2400" dirty="0">
                <a:solidFill>
                  <a:srgbClr val="000000"/>
                </a:solidFill>
                <a:cs typeface="Times New Roman" panose="02020603050405020304" pitchFamily="18" charset="0"/>
              </a:rPr>
              <a:t>input</a:t>
            </a:r>
            <a:r>
              <a:rPr lang="zh-CN" altLang="en-US" sz="2400" dirty="0">
                <a:solidFill>
                  <a:srgbClr val="000000"/>
                </a:solidFill>
                <a:cs typeface="Times New Roman" panose="02020603050405020304" pitchFamily="18" charset="0"/>
              </a:rPr>
              <a:t>函数与</a:t>
            </a:r>
            <a:r>
              <a:rPr lang="en-US" altLang="zh-CN" sz="2400" dirty="0">
                <a:solidFill>
                  <a:srgbClr val="000000"/>
                </a:solidFill>
                <a:cs typeface="Times New Roman" panose="02020603050405020304" pitchFamily="18" charset="0"/>
              </a:rPr>
              <a:t>Python3</a:t>
            </a:r>
            <a:r>
              <a:rPr lang="zh-CN" altLang="en-US" sz="2400" dirty="0">
                <a:solidFill>
                  <a:srgbClr val="000000"/>
                </a:solidFill>
                <a:cs typeface="Times New Roman" panose="02020603050405020304" pitchFamily="18" charset="0"/>
              </a:rPr>
              <a:t>的</a:t>
            </a:r>
            <a:r>
              <a:rPr lang="en-US" altLang="zh-CN" sz="2400" dirty="0">
                <a:solidFill>
                  <a:srgbClr val="000000"/>
                </a:solidFill>
                <a:cs typeface="Times New Roman" panose="02020603050405020304" pitchFamily="18" charset="0"/>
              </a:rPr>
              <a:t>input</a:t>
            </a:r>
            <a:r>
              <a:rPr lang="zh-CN" altLang="en-US" sz="2400" dirty="0">
                <a:solidFill>
                  <a:srgbClr val="000000"/>
                </a:solidFill>
                <a:cs typeface="Times New Roman" panose="02020603050405020304" pitchFamily="18" charset="0"/>
              </a:rPr>
              <a:t>函数有何异同？</a:t>
            </a:r>
            <a:endParaRPr lang="en-US" altLang="zh-CN" sz="2400" dirty="0">
              <a:solidFill>
                <a:srgbClr val="000000"/>
              </a:solidFill>
              <a:cs typeface="Times New Roman" panose="02020603050405020304" pitchFamily="18" charset="0"/>
            </a:endParaRPr>
          </a:p>
          <a:p>
            <a:pPr marL="288000" lvl="1" algn="just" fontAlgn="base">
              <a:spcAft>
                <a:spcPct val="0"/>
              </a:spcAft>
            </a:pPr>
            <a:endParaRPr lang="en-US" altLang="zh-CN" sz="2400" dirty="0">
              <a:solidFill>
                <a:srgbClr val="000000"/>
              </a:solidFill>
              <a:cs typeface="Times New Roman" panose="02020603050405020304" pitchFamily="18" charset="0"/>
            </a:endParaRPr>
          </a:p>
          <a:p>
            <a:pPr marL="288000" lvl="1" algn="just" fontAlgn="base">
              <a:spcAft>
                <a:spcPct val="0"/>
              </a:spcAft>
            </a:pPr>
            <a:r>
              <a:rPr lang="zh-CN" altLang="en-US" sz="2400" dirty="0">
                <a:solidFill>
                  <a:srgbClr val="000000"/>
                </a:solidFill>
                <a:cs typeface="Times New Roman" panose="02020603050405020304" pitchFamily="18" charset="0"/>
              </a:rPr>
              <a:t>下节课课前会有</a:t>
            </a:r>
            <a:r>
              <a:rPr lang="en-US" altLang="zh-CN" sz="2400" dirty="0">
                <a:solidFill>
                  <a:srgbClr val="000000"/>
                </a:solidFill>
                <a:cs typeface="Times New Roman" panose="02020603050405020304" pitchFamily="18" charset="0"/>
              </a:rPr>
              <a:t>5</a:t>
            </a:r>
            <a:r>
              <a:rPr lang="zh-CN" altLang="en-US" sz="2400" dirty="0">
                <a:solidFill>
                  <a:srgbClr val="000000"/>
                </a:solidFill>
                <a:cs typeface="Times New Roman" panose="02020603050405020304" pitchFamily="18" charset="0"/>
              </a:rPr>
              <a:t>分钟测试，记平时成绩</a:t>
            </a:r>
            <a:endParaRPr lang="en-US" altLang="zh-CN" sz="2400" dirty="0">
              <a:solidFill>
                <a:srgbClr val="000000"/>
              </a:solidFill>
              <a:cs typeface="Times New Roman" panose="02020603050405020304" pitchFamily="18" charset="0"/>
            </a:endParaRPr>
          </a:p>
          <a:p>
            <a:pPr marL="0" lvl="1" indent="0" algn="just" fontAlgn="base">
              <a:lnSpc>
                <a:spcPct val="100000"/>
              </a:lnSpc>
              <a:spcBef>
                <a:spcPts val="600"/>
              </a:spcBef>
              <a:spcAft>
                <a:spcPct val="0"/>
              </a:spcAft>
              <a:buNone/>
            </a:pPr>
            <a:endParaRPr lang="en-US" altLang="zh-CN" sz="24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dirty="0">
              <a:solidFill>
                <a:srgbClr val="000000"/>
              </a:solidFill>
              <a:cs typeface="Times New Roman" panose="02020603050405020304" pitchFamily="18" charset="0"/>
            </a:endParaRPr>
          </a:p>
          <a:p>
            <a:pPr marL="288000" lvl="1" indent="-288000" algn="just" fontAlgn="base">
              <a:lnSpc>
                <a:spcPct val="100000"/>
              </a:lnSpc>
              <a:spcBef>
                <a:spcPts val="600"/>
              </a:spcBef>
              <a:spcAft>
                <a:spcPct val="0"/>
              </a:spcAft>
            </a:pPr>
            <a:endParaRPr lang="en-US" altLang="zh-CN" sz="2400" dirty="0">
              <a:solidFill>
                <a:srgbClr val="000000"/>
              </a:solidFill>
              <a:cs typeface="Times New Roman" panose="02020603050405020304" pitchFamily="18" charset="0"/>
            </a:endParaRPr>
          </a:p>
        </p:txBody>
      </p:sp>
      <p:sp>
        <p:nvSpPr>
          <p:cNvPr id="3" name="标题 2">
            <a:extLst>
              <a:ext uri="{FF2B5EF4-FFF2-40B4-BE49-F238E27FC236}">
                <a16:creationId xmlns:a16="http://schemas.microsoft.com/office/drawing/2014/main" id="{1769A7E8-1ED1-B0BD-3108-6B7A07B18E1A}"/>
              </a:ext>
            </a:extLst>
          </p:cNvPr>
          <p:cNvSpPr>
            <a:spLocks noGrp="1"/>
          </p:cNvSpPr>
          <p:nvPr>
            <p:ph type="title"/>
          </p:nvPr>
        </p:nvSpPr>
        <p:spPr/>
        <p:txBody>
          <a:bodyPr/>
          <a:lstStyle/>
          <a:p>
            <a:r>
              <a:rPr lang="zh-CN" altLang="en-US"/>
              <a:t>课后作业</a:t>
            </a:r>
          </a:p>
        </p:txBody>
      </p:sp>
    </p:spTree>
    <p:extLst>
      <p:ext uri="{BB962C8B-B14F-4D97-AF65-F5344CB8AC3E}">
        <p14:creationId xmlns:p14="http://schemas.microsoft.com/office/powerpoint/2010/main" val="767731508"/>
      </p:ext>
    </p:extLst>
  </p:cSld>
  <p:clrMapOvr>
    <a:masterClrMapping/>
  </p:clrMapOvr>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9999"/>
      </a:hlink>
      <a:folHlink>
        <a:srgbClr val="954F72"/>
      </a:folHlink>
    </a:clrScheme>
    <a:fontScheme name="自定义 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6141</Words>
  <Application>Microsoft Office PowerPoint</Application>
  <PresentationFormat>全屏显示(4:3)</PresentationFormat>
  <Paragraphs>610</Paragraphs>
  <Slides>68</Slides>
  <Notes>23</Notes>
  <HiddenSlides>0</HiddenSlides>
  <MMClips>1</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68</vt:i4>
      </vt:variant>
    </vt:vector>
  </HeadingPairs>
  <TitlesOfParts>
    <vt:vector size="78" baseType="lpstr">
      <vt:lpstr>Arial Unicode MS</vt:lpstr>
      <vt:lpstr>Helvetica Neue</vt:lpstr>
      <vt:lpstr>Inter</vt:lpstr>
      <vt:lpstr>等线</vt:lpstr>
      <vt:lpstr>宋体</vt:lpstr>
      <vt:lpstr>Arial</vt:lpstr>
      <vt:lpstr>Courier New</vt:lpstr>
      <vt:lpstr>Times New Roman</vt:lpstr>
      <vt:lpstr>Office 主题​​</vt:lpstr>
      <vt:lpstr>默认设计模板</vt:lpstr>
      <vt:lpstr>第1章　Python基础知识</vt:lpstr>
      <vt:lpstr>授课计划</vt:lpstr>
      <vt:lpstr>授课计划</vt:lpstr>
      <vt:lpstr>加群</vt:lpstr>
      <vt:lpstr>参考书</vt:lpstr>
      <vt:lpstr>Python是一种怎样的语言</vt:lpstr>
      <vt:lpstr>Most Popular Programming, Script and Markup Languages - stackoverflow</vt:lpstr>
      <vt:lpstr>PYPL Popularity of Programming Language</vt:lpstr>
      <vt:lpstr>Python简史</vt:lpstr>
      <vt:lpstr>Guido van Rossum</vt:lpstr>
      <vt:lpstr>Monty Python's Flying Circus</vt:lpstr>
      <vt:lpstr>Monty Python's Flying Circus</vt:lpstr>
      <vt:lpstr>Python版本</vt:lpstr>
      <vt:lpstr>Python版本</vt:lpstr>
      <vt:lpstr>Python版本</vt:lpstr>
      <vt:lpstr>Python的特点</vt:lpstr>
      <vt:lpstr>Python的特点</vt:lpstr>
      <vt:lpstr>Python的设计理念</vt:lpstr>
      <vt:lpstr>Python程序的执行过程</vt:lpstr>
      <vt:lpstr>Python程序的执行过程</vt:lpstr>
      <vt:lpstr>Compiled vs. Interpreted Language</vt:lpstr>
      <vt:lpstr>Compiled vs. Interpreted Language</vt:lpstr>
      <vt:lpstr>Python程序的执行过程</vt:lpstr>
      <vt:lpstr>Python程序的执行过程</vt:lpstr>
      <vt:lpstr>Python程序的执行过程</vt:lpstr>
      <vt:lpstr>安装Python</vt:lpstr>
      <vt:lpstr>在Windows下安装</vt:lpstr>
      <vt:lpstr>在Linux下安装</vt:lpstr>
      <vt:lpstr>运行Python</vt:lpstr>
      <vt:lpstr>使用Python交互环境</vt:lpstr>
      <vt:lpstr>使用Python解释器</vt:lpstr>
      <vt:lpstr>集成开发环境</vt:lpstr>
      <vt:lpstr>Python集成开发环境</vt:lpstr>
      <vt:lpstr>VSCode</vt:lpstr>
      <vt:lpstr>VSCode的Python开发环境配置</vt:lpstr>
      <vt:lpstr>VSCode的Python开发环境配置</vt:lpstr>
      <vt:lpstr>VSCode的Python开发环境配置</vt:lpstr>
      <vt:lpstr>包管理工具pip</vt:lpstr>
      <vt:lpstr>包管理工具pip</vt:lpstr>
      <vt:lpstr>包管理工具pip</vt:lpstr>
      <vt:lpstr>包管理工具pip</vt:lpstr>
      <vt:lpstr>包管理工具pip</vt:lpstr>
      <vt:lpstr>virtualenv</vt:lpstr>
      <vt:lpstr>Python编码规范</vt:lpstr>
      <vt:lpstr>Python编码规范</vt:lpstr>
      <vt:lpstr>Python编码规范</vt:lpstr>
      <vt:lpstr>Python编码规范</vt:lpstr>
      <vt:lpstr>Python编码规范</vt:lpstr>
      <vt:lpstr>Python编码规范</vt:lpstr>
      <vt:lpstr>Python编码规范</vt:lpstr>
      <vt:lpstr>Python编码规范</vt:lpstr>
      <vt:lpstr>Python编码规范</vt:lpstr>
      <vt:lpstr>Python脚本示例</vt:lpstr>
      <vt:lpstr>什么是脚本？</vt:lpstr>
      <vt:lpstr>一个极简的Python脚本</vt:lpstr>
      <vt:lpstr>在Linux环境下运行Python脚本</vt:lpstr>
      <vt:lpstr>在Linux环境下运行Python脚本</vt:lpstr>
      <vt:lpstr>在Linux环境下运行Python脚本</vt:lpstr>
      <vt:lpstr>在Linux环境下运行Python脚本</vt:lpstr>
      <vt:lpstr>Python脚本示例</vt:lpstr>
      <vt:lpstr>Python脚本的__name__属性</vt:lpstr>
      <vt:lpstr>Python脚本的__name__属性</vt:lpstr>
      <vt:lpstr>例1</vt:lpstr>
      <vt:lpstr>例1</vt:lpstr>
      <vt:lpstr>例2</vt:lpstr>
      <vt:lpstr>例3</vt:lpstr>
      <vt:lpstr>例4</vt:lpstr>
      <vt:lpstr>课后作业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Python基础知识</dc:title>
  <dc:creator>刘甲</dc:creator>
  <cp:lastModifiedBy>g li</cp:lastModifiedBy>
  <cp:revision>1</cp:revision>
  <dcterms:created xsi:type="dcterms:W3CDTF">2022-04-08T02:14:41Z</dcterms:created>
  <dcterms:modified xsi:type="dcterms:W3CDTF">2025-02-17T12:56:01Z</dcterms:modified>
</cp:coreProperties>
</file>