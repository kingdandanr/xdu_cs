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2"/>
  </p:notesMasterIdLst>
  <p:handoutMasterIdLst>
    <p:handoutMasterId r:id="rId23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" id="{815F8D40-B572-4C9B-B840-BB230572D07E}">
          <p14:sldIdLst>
            <p14:sldId id="257"/>
          </p14:sldIdLst>
        </p14:section>
        <p14:section name="目录页" id="{3F9252C0-ECB3-4D1D-8A6C-F6B11D28E81D}">
          <p14:sldIdLst>
            <p14:sldId id="258"/>
          </p14:sldIdLst>
        </p14:section>
        <p14:section name="第一部分" id="{71714008-6C21-4B2C-BFD7-43A53640407C}">
          <p14:sldIdLst>
            <p14:sldId id="259"/>
            <p14:sldId id="260"/>
          </p14:sldIdLst>
        </p14:section>
        <p14:section name="第二部分" id="{17324D0D-9EEF-4528-B152-99F2A397922E}">
          <p14:sldIdLst>
            <p14:sldId id="261"/>
            <p14:sldId id="262"/>
            <p14:sldId id="263"/>
            <p14:sldId id="264"/>
          </p14:sldIdLst>
        </p14:section>
        <p14:section name="第三部分" id="{61AA35AA-A2CD-4886-B863-FA4ED9BCC50F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第四部分" id="{F433DB21-1759-40DD-8792-7C2168723985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8F9BFB-09FA-412B-99E4-7B447242E85C}" v="292" dt="2025-05-06T19:00:06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60" d="100"/>
          <a:sy n="60" d="100"/>
        </p:scale>
        <p:origin x="48" y="1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DAN KING" userId="965e0f77dc74b9b0" providerId="LiveId" clId="{BE8F9BFB-09FA-412B-99E4-7B447242E85C}"/>
    <pc:docChg chg="undo custSel addSld modSld modMainMaster addSection modSection">
      <pc:chgData name="DANDAN KING" userId="965e0f77dc74b9b0" providerId="LiveId" clId="{BE8F9BFB-09FA-412B-99E4-7B447242E85C}" dt="2025-05-06T19:00:29.996" v="3391" actId="1076"/>
      <pc:docMkLst>
        <pc:docMk/>
      </pc:docMkLst>
      <pc:sldChg chg="modSp mod setBg">
        <pc:chgData name="DANDAN KING" userId="965e0f77dc74b9b0" providerId="LiveId" clId="{BE8F9BFB-09FA-412B-99E4-7B447242E85C}" dt="2025-05-06T16:55:38.218" v="239"/>
        <pc:sldMkLst>
          <pc:docMk/>
          <pc:sldMk cId="4043737824" sldId="257"/>
        </pc:sldMkLst>
        <pc:spChg chg="mod">
          <ac:chgData name="DANDAN KING" userId="965e0f77dc74b9b0" providerId="LiveId" clId="{BE8F9BFB-09FA-412B-99E4-7B447242E85C}" dt="2025-05-06T16:53:08.124" v="208" actId="1076"/>
          <ac:spMkLst>
            <pc:docMk/>
            <pc:sldMk cId="4043737824" sldId="257"/>
            <ac:spMk id="7" creationId="{5EB816F6-E3FB-4F19-64DD-2C094D40D7A0}"/>
          </ac:spMkLst>
        </pc:spChg>
      </pc:sldChg>
      <pc:sldChg chg="addSp delSp modSp mod setBg">
        <pc:chgData name="DANDAN KING" userId="965e0f77dc74b9b0" providerId="LiveId" clId="{BE8F9BFB-09FA-412B-99E4-7B447242E85C}" dt="2025-05-06T16:57:29.712" v="454" actId="14100"/>
        <pc:sldMkLst>
          <pc:docMk/>
          <pc:sldMk cId="191714609" sldId="258"/>
        </pc:sldMkLst>
        <pc:spChg chg="del mod">
          <ac:chgData name="DANDAN KING" userId="965e0f77dc74b9b0" providerId="LiveId" clId="{BE8F9BFB-09FA-412B-99E4-7B447242E85C}" dt="2025-05-06T16:47:49.658" v="16" actId="478"/>
          <ac:spMkLst>
            <pc:docMk/>
            <pc:sldMk cId="191714609" sldId="258"/>
            <ac:spMk id="2" creationId="{9AB2EA78-AEB3-469B-9025-3B17201A457B}"/>
          </ac:spMkLst>
        </pc:spChg>
        <pc:spChg chg="del mod">
          <ac:chgData name="DANDAN KING" userId="965e0f77dc74b9b0" providerId="LiveId" clId="{BE8F9BFB-09FA-412B-99E4-7B447242E85C}" dt="2025-05-06T16:47:53.880" v="19" actId="478"/>
          <ac:spMkLst>
            <pc:docMk/>
            <pc:sldMk cId="191714609" sldId="258"/>
            <ac:spMk id="3" creationId="{255E1F2F-E259-4EA8-9FFD-3A10AF541859}"/>
          </ac:spMkLst>
        </pc:spChg>
        <pc:spChg chg="add del mod">
          <ac:chgData name="DANDAN KING" userId="965e0f77dc74b9b0" providerId="LiveId" clId="{BE8F9BFB-09FA-412B-99E4-7B447242E85C}" dt="2025-05-06T16:47:55.928" v="20" actId="478"/>
          <ac:spMkLst>
            <pc:docMk/>
            <pc:sldMk cId="191714609" sldId="258"/>
            <ac:spMk id="5" creationId="{ECC18FC2-868F-74E4-3969-6ABD6F468980}"/>
          </ac:spMkLst>
        </pc:spChg>
        <pc:spChg chg="add del mod ord">
          <ac:chgData name="DANDAN KING" userId="965e0f77dc74b9b0" providerId="LiveId" clId="{BE8F9BFB-09FA-412B-99E4-7B447242E85C}" dt="2025-05-06T16:50:09.779" v="105" actId="255"/>
          <ac:spMkLst>
            <pc:docMk/>
            <pc:sldMk cId="191714609" sldId="258"/>
            <ac:spMk id="6" creationId="{3650D9B2-2A6D-F586-D2A7-A8D200F63805}"/>
          </ac:spMkLst>
        </pc:spChg>
        <pc:spChg chg="add del mod">
          <ac:chgData name="DANDAN KING" userId="965e0f77dc74b9b0" providerId="LiveId" clId="{BE8F9BFB-09FA-412B-99E4-7B447242E85C}" dt="2025-05-06T16:51:14.085" v="156" actId="20577"/>
          <ac:spMkLst>
            <pc:docMk/>
            <pc:sldMk cId="191714609" sldId="258"/>
            <ac:spMk id="7" creationId="{257B5CD4-1099-46A4-8902-9846A3039559}"/>
          </ac:spMkLst>
        </pc:spChg>
        <pc:spChg chg="add mod">
          <ac:chgData name="DANDAN KING" userId="965e0f77dc74b9b0" providerId="LiveId" clId="{BE8F9BFB-09FA-412B-99E4-7B447242E85C}" dt="2025-05-06T16:52:21.144" v="180" actId="255"/>
          <ac:spMkLst>
            <pc:docMk/>
            <pc:sldMk cId="191714609" sldId="258"/>
            <ac:spMk id="8" creationId="{082D12E4-088E-62FE-D976-707218B03B8E}"/>
          </ac:spMkLst>
        </pc:spChg>
        <pc:spChg chg="add mod">
          <ac:chgData name="DANDAN KING" userId="965e0f77dc74b9b0" providerId="LiveId" clId="{BE8F9BFB-09FA-412B-99E4-7B447242E85C}" dt="2025-05-06T16:52:44.428" v="206" actId="255"/>
          <ac:spMkLst>
            <pc:docMk/>
            <pc:sldMk cId="191714609" sldId="258"/>
            <ac:spMk id="9" creationId="{D873D72B-7B8A-1947-BD29-87D644D8007B}"/>
          </ac:spMkLst>
        </pc:spChg>
        <pc:spChg chg="add mod">
          <ac:chgData name="DANDAN KING" userId="965e0f77dc74b9b0" providerId="LiveId" clId="{BE8F9BFB-09FA-412B-99E4-7B447242E85C}" dt="2025-05-06T16:54:46.496" v="231" actId="1076"/>
          <ac:spMkLst>
            <pc:docMk/>
            <pc:sldMk cId="191714609" sldId="258"/>
            <ac:spMk id="11" creationId="{11DD9638-E52C-AD81-1BF3-3621E7FB1E27}"/>
          </ac:spMkLst>
        </pc:spChg>
        <pc:spChg chg="add mod ord">
          <ac:chgData name="DANDAN KING" userId="965e0f77dc74b9b0" providerId="LiveId" clId="{BE8F9BFB-09FA-412B-99E4-7B447242E85C}" dt="2025-05-06T16:57:29.712" v="454" actId="14100"/>
          <ac:spMkLst>
            <pc:docMk/>
            <pc:sldMk cId="191714609" sldId="258"/>
            <ac:spMk id="12" creationId="{70E63E5E-50CA-3EF1-C443-F33AFD652CDB}"/>
          </ac:spMkLst>
        </pc:spChg>
        <pc:picChg chg="add del mod ord">
          <ac:chgData name="DANDAN KING" userId="965e0f77dc74b9b0" providerId="LiveId" clId="{BE8F9BFB-09FA-412B-99E4-7B447242E85C}" dt="2025-05-06T16:53:21.274" v="209" actId="478"/>
          <ac:picMkLst>
            <pc:docMk/>
            <pc:sldMk cId="191714609" sldId="258"/>
            <ac:picMk id="10" creationId="{B9F07FB3-248B-EB51-E624-07B8077C1B4C}"/>
          </ac:picMkLst>
        </pc:picChg>
      </pc:sldChg>
      <pc:sldChg chg="addSp delSp modSp mod setBg modClrScheme chgLayout">
        <pc:chgData name="DANDAN KING" userId="965e0f77dc74b9b0" providerId="LiveId" clId="{BE8F9BFB-09FA-412B-99E4-7B447242E85C}" dt="2025-05-06T17:01:56.767" v="501" actId="1076"/>
        <pc:sldMkLst>
          <pc:docMk/>
          <pc:sldMk cId="4135490680" sldId="259"/>
        </pc:sldMkLst>
        <pc:spChg chg="del">
          <ac:chgData name="DANDAN KING" userId="965e0f77dc74b9b0" providerId="LiveId" clId="{BE8F9BFB-09FA-412B-99E4-7B447242E85C}" dt="2025-05-06T16:44:58.471" v="4" actId="700"/>
          <ac:spMkLst>
            <pc:docMk/>
            <pc:sldMk cId="4135490680" sldId="259"/>
            <ac:spMk id="2" creationId="{BDFE4368-204B-EE34-7B31-CEED3BCBB720}"/>
          </ac:spMkLst>
        </pc:spChg>
        <pc:spChg chg="del">
          <ac:chgData name="DANDAN KING" userId="965e0f77dc74b9b0" providerId="LiveId" clId="{BE8F9BFB-09FA-412B-99E4-7B447242E85C}" dt="2025-05-06T16:44:58.471" v="4" actId="700"/>
          <ac:spMkLst>
            <pc:docMk/>
            <pc:sldMk cId="4135490680" sldId="259"/>
            <ac:spMk id="3" creationId="{DC3964C9-D651-3E67-0946-335F666F5374}"/>
          </ac:spMkLst>
        </pc:spChg>
        <pc:spChg chg="del mod ord">
          <ac:chgData name="DANDAN KING" userId="965e0f77dc74b9b0" providerId="LiveId" clId="{BE8F9BFB-09FA-412B-99E4-7B447242E85C}" dt="2025-05-06T16:46:22.389" v="6" actId="478"/>
          <ac:spMkLst>
            <pc:docMk/>
            <pc:sldMk cId="4135490680" sldId="259"/>
            <ac:spMk id="4" creationId="{DFC6A0A0-F1B5-32A7-F467-7077973706C9}"/>
          </ac:spMkLst>
        </pc:spChg>
        <pc:spChg chg="add del mod">
          <ac:chgData name="DANDAN KING" userId="965e0f77dc74b9b0" providerId="LiveId" clId="{BE8F9BFB-09FA-412B-99E4-7B447242E85C}" dt="2025-05-06T16:46:39.940" v="10"/>
          <ac:spMkLst>
            <pc:docMk/>
            <pc:sldMk cId="4135490680" sldId="259"/>
            <ac:spMk id="5" creationId="{5907CBD5-B5E6-1EFE-9EE6-6369A9BB30A7}"/>
          </ac:spMkLst>
        </pc:spChg>
        <pc:spChg chg="add del mod">
          <ac:chgData name="DANDAN KING" userId="965e0f77dc74b9b0" providerId="LiveId" clId="{BE8F9BFB-09FA-412B-99E4-7B447242E85C}" dt="2025-05-06T16:58:39.539" v="457" actId="478"/>
          <ac:spMkLst>
            <pc:docMk/>
            <pc:sldMk cId="4135490680" sldId="259"/>
            <ac:spMk id="6" creationId="{048126CD-3881-B28F-3277-518DECC047A3}"/>
          </ac:spMkLst>
        </pc:spChg>
        <pc:spChg chg="add del mod">
          <ac:chgData name="DANDAN KING" userId="965e0f77dc74b9b0" providerId="LiveId" clId="{BE8F9BFB-09FA-412B-99E4-7B447242E85C}" dt="2025-05-06T16:55:23.227" v="236" actId="478"/>
          <ac:spMkLst>
            <pc:docMk/>
            <pc:sldMk cId="4135490680" sldId="259"/>
            <ac:spMk id="7" creationId="{E0B3BB47-F10A-DF50-AEAE-969C5E7703C7}"/>
          </ac:spMkLst>
        </pc:spChg>
        <pc:spChg chg="add mod">
          <ac:chgData name="DANDAN KING" userId="965e0f77dc74b9b0" providerId="LiveId" clId="{BE8F9BFB-09FA-412B-99E4-7B447242E85C}" dt="2025-05-06T17:01:44.955" v="498" actId="1076"/>
          <ac:spMkLst>
            <pc:docMk/>
            <pc:sldMk cId="4135490680" sldId="259"/>
            <ac:spMk id="9" creationId="{E99358A5-E019-775E-5B1A-AA873FD7145F}"/>
          </ac:spMkLst>
        </pc:spChg>
        <pc:picChg chg="add mod">
          <ac:chgData name="DANDAN KING" userId="965e0f77dc74b9b0" providerId="LiveId" clId="{BE8F9BFB-09FA-412B-99E4-7B447242E85C}" dt="2025-05-06T16:58:51.446" v="461" actId="1076"/>
          <ac:picMkLst>
            <pc:docMk/>
            <pc:sldMk cId="4135490680" sldId="259"/>
            <ac:picMk id="8" creationId="{71522D31-C011-5C02-309A-6B8374B08BB5}"/>
          </ac:picMkLst>
        </pc:picChg>
        <pc:picChg chg="add mod ord">
          <ac:chgData name="DANDAN KING" userId="965e0f77dc74b9b0" providerId="LiveId" clId="{BE8F9BFB-09FA-412B-99E4-7B447242E85C}" dt="2025-05-06T17:01:56.767" v="501" actId="1076"/>
          <ac:picMkLst>
            <pc:docMk/>
            <pc:sldMk cId="4135490680" sldId="259"/>
            <ac:picMk id="11" creationId="{E50A66F5-4D6C-9500-8F53-3FF91686EE18}"/>
          </ac:picMkLst>
        </pc:picChg>
      </pc:sldChg>
      <pc:sldChg chg="addSp delSp modSp mod">
        <pc:chgData name="DANDAN KING" userId="965e0f77dc74b9b0" providerId="LiveId" clId="{BE8F9BFB-09FA-412B-99E4-7B447242E85C}" dt="2025-05-06T17:14:31.655" v="1349" actId="207"/>
        <pc:sldMkLst>
          <pc:docMk/>
          <pc:sldMk cId="2029796398" sldId="260"/>
        </pc:sldMkLst>
        <pc:spChg chg="del mod">
          <ac:chgData name="DANDAN KING" userId="965e0f77dc74b9b0" providerId="LiveId" clId="{BE8F9BFB-09FA-412B-99E4-7B447242E85C}" dt="2025-05-06T17:03:20.409" v="506" actId="478"/>
          <ac:spMkLst>
            <pc:docMk/>
            <pc:sldMk cId="2029796398" sldId="260"/>
            <ac:spMk id="2" creationId="{34BA15B7-4F54-4FA7-0B42-5CA67B84A45F}"/>
          </ac:spMkLst>
        </pc:spChg>
        <pc:spChg chg="mod">
          <ac:chgData name="DANDAN KING" userId="965e0f77dc74b9b0" providerId="LiveId" clId="{BE8F9BFB-09FA-412B-99E4-7B447242E85C}" dt="2025-05-06T17:14:31.655" v="1349" actId="207"/>
          <ac:spMkLst>
            <pc:docMk/>
            <pc:sldMk cId="2029796398" sldId="260"/>
            <ac:spMk id="3" creationId="{D655955B-4BE9-480C-C35B-7DA00FB71046}"/>
          </ac:spMkLst>
        </pc:spChg>
        <pc:spChg chg="add del mod">
          <ac:chgData name="DANDAN KING" userId="965e0f77dc74b9b0" providerId="LiveId" clId="{BE8F9BFB-09FA-412B-99E4-7B447242E85C}" dt="2025-05-06T17:03:22.904" v="507" actId="478"/>
          <ac:spMkLst>
            <pc:docMk/>
            <pc:sldMk cId="2029796398" sldId="260"/>
            <ac:spMk id="5" creationId="{EACD9D72-703F-49F8-16B7-C38C2E3742AD}"/>
          </ac:spMkLst>
        </pc:spChg>
        <pc:picChg chg="add mod ord">
          <ac:chgData name="DANDAN KING" userId="965e0f77dc74b9b0" providerId="LiveId" clId="{BE8F9BFB-09FA-412B-99E4-7B447242E85C}" dt="2025-05-06T17:06:04.737" v="737" actId="14861"/>
          <ac:picMkLst>
            <pc:docMk/>
            <pc:sldMk cId="2029796398" sldId="260"/>
            <ac:picMk id="7" creationId="{DFE231F4-84CD-1CEB-F927-2D01497661DB}"/>
          </ac:picMkLst>
        </pc:picChg>
      </pc:sldChg>
      <pc:sldChg chg="addSp delSp modSp new mod">
        <pc:chgData name="DANDAN KING" userId="965e0f77dc74b9b0" providerId="LiveId" clId="{BE8F9BFB-09FA-412B-99E4-7B447242E85C}" dt="2025-05-06T17:16:43.285" v="1379" actId="1076"/>
        <pc:sldMkLst>
          <pc:docMk/>
          <pc:sldMk cId="2295111780" sldId="261"/>
        </pc:sldMkLst>
        <pc:spChg chg="mod">
          <ac:chgData name="DANDAN KING" userId="965e0f77dc74b9b0" providerId="LiveId" clId="{BE8F9BFB-09FA-412B-99E4-7B447242E85C}" dt="2025-05-06T17:16:43.285" v="1379" actId="1076"/>
          <ac:spMkLst>
            <pc:docMk/>
            <pc:sldMk cId="2295111780" sldId="261"/>
            <ac:spMk id="2" creationId="{050D5503-E253-8F48-5872-A680C571111C}"/>
          </ac:spMkLst>
        </pc:spChg>
        <pc:spChg chg="del">
          <ac:chgData name="DANDAN KING" userId="965e0f77dc74b9b0" providerId="LiveId" clId="{BE8F9BFB-09FA-412B-99E4-7B447242E85C}" dt="2025-05-06T17:15:43.350" v="1352" actId="22"/>
          <ac:spMkLst>
            <pc:docMk/>
            <pc:sldMk cId="2295111780" sldId="261"/>
            <ac:spMk id="3" creationId="{2D1DE109-F616-8AC7-0099-6AA392A3C390}"/>
          </ac:spMkLst>
        </pc:spChg>
        <pc:picChg chg="add mod ord">
          <ac:chgData name="DANDAN KING" userId="965e0f77dc74b9b0" providerId="LiveId" clId="{BE8F9BFB-09FA-412B-99E4-7B447242E85C}" dt="2025-05-06T17:15:54.279" v="1356" actId="14100"/>
          <ac:picMkLst>
            <pc:docMk/>
            <pc:sldMk cId="2295111780" sldId="261"/>
            <ac:picMk id="6" creationId="{CCADD68A-1837-DFA6-AE92-1ED701189197}"/>
          </ac:picMkLst>
        </pc:picChg>
        <pc:picChg chg="add mod">
          <ac:chgData name="DANDAN KING" userId="965e0f77dc74b9b0" providerId="LiveId" clId="{BE8F9BFB-09FA-412B-99E4-7B447242E85C}" dt="2025-05-06T17:16:22.866" v="1371"/>
          <ac:picMkLst>
            <pc:docMk/>
            <pc:sldMk cId="2295111780" sldId="261"/>
            <ac:picMk id="7" creationId="{1052DA26-0469-9465-0F66-1903B41FC37D}"/>
          </ac:picMkLst>
        </pc:picChg>
      </pc:sldChg>
      <pc:sldChg chg="addSp delSp modSp new mod">
        <pc:chgData name="DANDAN KING" userId="965e0f77dc74b9b0" providerId="LiveId" clId="{BE8F9BFB-09FA-412B-99E4-7B447242E85C}" dt="2025-05-06T17:50:07.182" v="2391" actId="478"/>
        <pc:sldMkLst>
          <pc:docMk/>
          <pc:sldMk cId="942324673" sldId="262"/>
        </pc:sldMkLst>
        <pc:spChg chg="mod">
          <ac:chgData name="DANDAN KING" userId="965e0f77dc74b9b0" providerId="LiveId" clId="{BE8F9BFB-09FA-412B-99E4-7B447242E85C}" dt="2025-05-06T17:20:17.142" v="1412" actId="14100"/>
          <ac:spMkLst>
            <pc:docMk/>
            <pc:sldMk cId="942324673" sldId="262"/>
            <ac:spMk id="2" creationId="{BFC1546E-DFEB-00D3-251B-661B0208CD04}"/>
          </ac:spMkLst>
        </pc:spChg>
        <pc:spChg chg="del">
          <ac:chgData name="DANDAN KING" userId="965e0f77dc74b9b0" providerId="LiveId" clId="{BE8F9BFB-09FA-412B-99E4-7B447242E85C}" dt="2025-05-06T17:20:33.060" v="1413"/>
          <ac:spMkLst>
            <pc:docMk/>
            <pc:sldMk cId="942324673" sldId="262"/>
            <ac:spMk id="3" creationId="{2C2CF1D1-F68F-BCBD-6FFC-EEB3947B4E87}"/>
          </ac:spMkLst>
        </pc:spChg>
        <pc:spChg chg="del">
          <ac:chgData name="DANDAN KING" userId="965e0f77dc74b9b0" providerId="LiveId" clId="{BE8F9BFB-09FA-412B-99E4-7B447242E85C}" dt="2025-05-06T17:50:07.182" v="2391" actId="478"/>
          <ac:spMkLst>
            <pc:docMk/>
            <pc:sldMk cId="942324673" sldId="262"/>
            <ac:spMk id="4" creationId="{5F718219-8D46-DA90-3658-097C7D85558D}"/>
          </ac:spMkLst>
        </pc:spChg>
        <pc:spChg chg="add del mod">
          <ac:chgData name="DANDAN KING" userId="965e0f77dc74b9b0" providerId="LiveId" clId="{BE8F9BFB-09FA-412B-99E4-7B447242E85C}" dt="2025-05-06T17:19:06.644" v="1384" actId="478"/>
          <ac:spMkLst>
            <pc:docMk/>
            <pc:sldMk cId="942324673" sldId="262"/>
            <ac:spMk id="5" creationId="{8745C46E-D277-10D9-94C5-7104C445F6F7}"/>
          </ac:spMkLst>
        </pc:spChg>
        <pc:spChg chg="add mod">
          <ac:chgData name="DANDAN KING" userId="965e0f77dc74b9b0" providerId="LiveId" clId="{BE8F9BFB-09FA-412B-99E4-7B447242E85C}" dt="2025-05-06T17:21:12.587" v="1420" actId="14100"/>
          <ac:spMkLst>
            <pc:docMk/>
            <pc:sldMk cId="942324673" sldId="262"/>
            <ac:spMk id="7" creationId="{34358972-44FE-756A-8653-DAF757D471FF}"/>
          </ac:spMkLst>
        </pc:spChg>
        <pc:spChg chg="add mod">
          <ac:chgData name="DANDAN KING" userId="965e0f77dc74b9b0" providerId="LiveId" clId="{BE8F9BFB-09FA-412B-99E4-7B447242E85C}" dt="2025-05-06T17:23:04.346" v="1507" actId="20577"/>
          <ac:spMkLst>
            <pc:docMk/>
            <pc:sldMk cId="942324673" sldId="262"/>
            <ac:spMk id="8" creationId="{7D09FB98-CA24-BA8E-924A-AC2BCAB9B4DD}"/>
          </ac:spMkLst>
        </pc:spChg>
        <pc:spChg chg="add mod">
          <ac:chgData name="DANDAN KING" userId="965e0f77dc74b9b0" providerId="LiveId" clId="{BE8F9BFB-09FA-412B-99E4-7B447242E85C}" dt="2025-05-06T17:26:53.405" v="1665" actId="1076"/>
          <ac:spMkLst>
            <pc:docMk/>
            <pc:sldMk cId="942324673" sldId="262"/>
            <ac:spMk id="9" creationId="{5E650B42-ECAE-3CDC-24C2-77D99440141C}"/>
          </ac:spMkLst>
        </pc:spChg>
        <pc:spChg chg="add mod">
          <ac:chgData name="DANDAN KING" userId="965e0f77dc74b9b0" providerId="LiveId" clId="{BE8F9BFB-09FA-412B-99E4-7B447242E85C}" dt="2025-05-06T17:23:14.903" v="1513" actId="20577"/>
          <ac:spMkLst>
            <pc:docMk/>
            <pc:sldMk cId="942324673" sldId="262"/>
            <ac:spMk id="10" creationId="{639C9F00-CADB-A396-DDFA-6E1264F78ACE}"/>
          </ac:spMkLst>
        </pc:spChg>
        <pc:spChg chg="add mod">
          <ac:chgData name="DANDAN KING" userId="965e0f77dc74b9b0" providerId="LiveId" clId="{BE8F9BFB-09FA-412B-99E4-7B447242E85C}" dt="2025-05-06T17:22:57.965" v="1505" actId="1076"/>
          <ac:spMkLst>
            <pc:docMk/>
            <pc:sldMk cId="942324673" sldId="262"/>
            <ac:spMk id="11" creationId="{D49315B4-F48F-6E74-0574-D79A1092D10A}"/>
          </ac:spMkLst>
        </pc:spChg>
        <pc:spChg chg="add del mod">
          <ac:chgData name="DANDAN KING" userId="965e0f77dc74b9b0" providerId="LiveId" clId="{BE8F9BFB-09FA-412B-99E4-7B447242E85C}" dt="2025-05-06T17:23:22.288" v="1516"/>
          <ac:spMkLst>
            <pc:docMk/>
            <pc:sldMk cId="942324673" sldId="262"/>
            <ac:spMk id="12" creationId="{C850C6BC-796B-84AC-9AB4-0EA1D524508C}"/>
          </ac:spMkLst>
        </pc:spChg>
        <pc:spChg chg="add del mod">
          <ac:chgData name="DANDAN KING" userId="965e0f77dc74b9b0" providerId="LiveId" clId="{BE8F9BFB-09FA-412B-99E4-7B447242E85C}" dt="2025-05-06T17:23:36.695" v="1521"/>
          <ac:spMkLst>
            <pc:docMk/>
            <pc:sldMk cId="942324673" sldId="262"/>
            <ac:spMk id="13" creationId="{3BFEF7A2-9A51-1B30-FCC2-98B328A62BF6}"/>
          </ac:spMkLst>
        </pc:spChg>
        <pc:spChg chg="add mod">
          <ac:chgData name="DANDAN KING" userId="965e0f77dc74b9b0" providerId="LiveId" clId="{BE8F9BFB-09FA-412B-99E4-7B447242E85C}" dt="2025-05-06T17:24:14.878" v="1561" actId="1076"/>
          <ac:spMkLst>
            <pc:docMk/>
            <pc:sldMk cId="942324673" sldId="262"/>
            <ac:spMk id="14" creationId="{B668736A-C705-C779-EB6E-FE65599818C5}"/>
          </ac:spMkLst>
        </pc:spChg>
        <pc:spChg chg="add mod">
          <ac:chgData name="DANDAN KING" userId="965e0f77dc74b9b0" providerId="LiveId" clId="{BE8F9BFB-09FA-412B-99E4-7B447242E85C}" dt="2025-05-06T17:24:24.910" v="1563"/>
          <ac:spMkLst>
            <pc:docMk/>
            <pc:sldMk cId="942324673" sldId="262"/>
            <ac:spMk id="15" creationId="{78710E64-C143-40C7-FC27-93388339A9AC}"/>
          </ac:spMkLst>
        </pc:spChg>
        <pc:spChg chg="add mod">
          <ac:chgData name="DANDAN KING" userId="965e0f77dc74b9b0" providerId="LiveId" clId="{BE8F9BFB-09FA-412B-99E4-7B447242E85C}" dt="2025-05-06T17:25:09.365" v="1604" actId="20577"/>
          <ac:spMkLst>
            <pc:docMk/>
            <pc:sldMk cId="942324673" sldId="262"/>
            <ac:spMk id="16" creationId="{8477DDD1-3BAA-A9AB-610C-95301B1444D4}"/>
          </ac:spMkLst>
        </pc:spChg>
        <pc:spChg chg="add del mod">
          <ac:chgData name="DANDAN KING" userId="965e0f77dc74b9b0" providerId="LiveId" clId="{BE8F9BFB-09FA-412B-99E4-7B447242E85C}" dt="2025-05-06T17:26:01.426" v="1664" actId="20577"/>
          <ac:spMkLst>
            <pc:docMk/>
            <pc:sldMk cId="942324673" sldId="262"/>
            <ac:spMk id="17" creationId="{4B60BBFE-8732-45DA-5743-B77466BE4C9F}"/>
          </ac:spMkLst>
        </pc:spChg>
        <pc:picChg chg="add mod">
          <ac:chgData name="DANDAN KING" userId="965e0f77dc74b9b0" providerId="LiveId" clId="{BE8F9BFB-09FA-412B-99E4-7B447242E85C}" dt="2025-05-06T17:20:03.482" v="1410" actId="1076"/>
          <ac:picMkLst>
            <pc:docMk/>
            <pc:sldMk cId="942324673" sldId="262"/>
            <ac:picMk id="6" creationId="{3C84DFC3-EC61-A538-26B6-D51C24C48F51}"/>
          </ac:picMkLst>
        </pc:picChg>
      </pc:sldChg>
      <pc:sldChg chg="addSp delSp modSp new mod">
        <pc:chgData name="DANDAN KING" userId="965e0f77dc74b9b0" providerId="LiveId" clId="{BE8F9BFB-09FA-412B-99E4-7B447242E85C}" dt="2025-05-06T17:50:03.699" v="2390" actId="478"/>
        <pc:sldMkLst>
          <pc:docMk/>
          <pc:sldMk cId="465367955" sldId="263"/>
        </pc:sldMkLst>
        <pc:spChg chg="mod">
          <ac:chgData name="DANDAN KING" userId="965e0f77dc74b9b0" providerId="LiveId" clId="{BE8F9BFB-09FA-412B-99E4-7B447242E85C}" dt="2025-05-06T17:30:58.214" v="1695" actId="1076"/>
          <ac:spMkLst>
            <pc:docMk/>
            <pc:sldMk cId="465367955" sldId="263"/>
            <ac:spMk id="2" creationId="{8B1DADF5-64D9-491B-2881-BF3C9D6723F2}"/>
          </ac:spMkLst>
        </pc:spChg>
        <pc:spChg chg="del mod">
          <ac:chgData name="DANDAN KING" userId="965e0f77dc74b9b0" providerId="LiveId" clId="{BE8F9BFB-09FA-412B-99E4-7B447242E85C}" dt="2025-05-06T17:31:29.299" v="1699" actId="22"/>
          <ac:spMkLst>
            <pc:docMk/>
            <pc:sldMk cId="465367955" sldId="263"/>
            <ac:spMk id="3" creationId="{A0726CF9-F1CA-6271-9815-25506B430666}"/>
          </ac:spMkLst>
        </pc:spChg>
        <pc:spChg chg="del">
          <ac:chgData name="DANDAN KING" userId="965e0f77dc74b9b0" providerId="LiveId" clId="{BE8F9BFB-09FA-412B-99E4-7B447242E85C}" dt="2025-05-06T17:50:03.699" v="2390" actId="478"/>
          <ac:spMkLst>
            <pc:docMk/>
            <pc:sldMk cId="465367955" sldId="263"/>
            <ac:spMk id="4" creationId="{646C32AD-ECEE-C0F7-5DF8-AD073EEAADFC}"/>
          </ac:spMkLst>
        </pc:spChg>
        <pc:spChg chg="add mod">
          <ac:chgData name="DANDAN KING" userId="965e0f77dc74b9b0" providerId="LiveId" clId="{BE8F9BFB-09FA-412B-99E4-7B447242E85C}" dt="2025-05-06T17:36:42.113" v="2050" actId="255"/>
          <ac:spMkLst>
            <pc:docMk/>
            <pc:sldMk cId="465367955" sldId="263"/>
            <ac:spMk id="8" creationId="{31AFE395-B897-6C27-06DB-886CB3A92063}"/>
          </ac:spMkLst>
        </pc:spChg>
        <pc:picChg chg="add mod">
          <ac:chgData name="DANDAN KING" userId="965e0f77dc74b9b0" providerId="LiveId" clId="{BE8F9BFB-09FA-412B-99E4-7B447242E85C}" dt="2025-05-06T17:27:20.901" v="1667"/>
          <ac:picMkLst>
            <pc:docMk/>
            <pc:sldMk cId="465367955" sldId="263"/>
            <ac:picMk id="5" creationId="{FB8AC8A4-E0A5-AEB6-5C86-E3092F6B73B0}"/>
          </ac:picMkLst>
        </pc:picChg>
        <pc:picChg chg="add mod ord">
          <ac:chgData name="DANDAN KING" userId="965e0f77dc74b9b0" providerId="LiveId" clId="{BE8F9BFB-09FA-412B-99E4-7B447242E85C}" dt="2025-05-06T17:36:53.182" v="2051" actId="14100"/>
          <ac:picMkLst>
            <pc:docMk/>
            <pc:sldMk cId="465367955" sldId="263"/>
            <ac:picMk id="7" creationId="{1F8618F1-99CE-8FBA-0EC3-798133F08260}"/>
          </ac:picMkLst>
        </pc:picChg>
      </pc:sldChg>
      <pc:sldChg chg="addSp delSp modSp new mod">
        <pc:chgData name="DANDAN KING" userId="965e0f77dc74b9b0" providerId="LiveId" clId="{BE8F9BFB-09FA-412B-99E4-7B447242E85C}" dt="2025-05-06T17:50:00.342" v="2389" actId="478"/>
        <pc:sldMkLst>
          <pc:docMk/>
          <pc:sldMk cId="1720799384" sldId="264"/>
        </pc:sldMkLst>
        <pc:spChg chg="mod">
          <ac:chgData name="DANDAN KING" userId="965e0f77dc74b9b0" providerId="LiveId" clId="{BE8F9BFB-09FA-412B-99E4-7B447242E85C}" dt="2025-05-06T17:37:53.752" v="2084" actId="1076"/>
          <ac:spMkLst>
            <pc:docMk/>
            <pc:sldMk cId="1720799384" sldId="264"/>
            <ac:spMk id="2" creationId="{42F2EE30-1AB0-290D-D9B3-C744EFA0A756}"/>
          </ac:spMkLst>
        </pc:spChg>
        <pc:spChg chg="del">
          <ac:chgData name="DANDAN KING" userId="965e0f77dc74b9b0" providerId="LiveId" clId="{BE8F9BFB-09FA-412B-99E4-7B447242E85C}" dt="2025-05-06T17:38:01.131" v="2085"/>
          <ac:spMkLst>
            <pc:docMk/>
            <pc:sldMk cId="1720799384" sldId="264"/>
            <ac:spMk id="3" creationId="{D3362AF5-F49C-FADF-56FF-918D990E9CEC}"/>
          </ac:spMkLst>
        </pc:spChg>
        <pc:spChg chg="del">
          <ac:chgData name="DANDAN KING" userId="965e0f77dc74b9b0" providerId="LiveId" clId="{BE8F9BFB-09FA-412B-99E4-7B447242E85C}" dt="2025-05-06T17:50:00.342" v="2389" actId="478"/>
          <ac:spMkLst>
            <pc:docMk/>
            <pc:sldMk cId="1720799384" sldId="264"/>
            <ac:spMk id="4" creationId="{1D5A0E2C-2964-34B3-ACE8-8F6B31ED38F5}"/>
          </ac:spMkLst>
        </pc:spChg>
        <pc:spChg chg="add del mod">
          <ac:chgData name="DANDAN KING" userId="965e0f77dc74b9b0" providerId="LiveId" clId="{BE8F9BFB-09FA-412B-99E4-7B447242E85C}" dt="2025-05-06T17:39:40.722" v="2101" actId="478"/>
          <ac:spMkLst>
            <pc:docMk/>
            <pc:sldMk cId="1720799384" sldId="264"/>
            <ac:spMk id="6" creationId="{9D71406E-746A-60D0-509B-0D73489A91A1}"/>
          </ac:spMkLst>
        </pc:spChg>
        <pc:spChg chg="mod">
          <ac:chgData name="DANDAN KING" userId="965e0f77dc74b9b0" providerId="LiveId" clId="{BE8F9BFB-09FA-412B-99E4-7B447242E85C}" dt="2025-05-06T17:38:07.222" v="2086"/>
          <ac:spMkLst>
            <pc:docMk/>
            <pc:sldMk cId="1720799384" sldId="264"/>
            <ac:spMk id="8" creationId="{6155F1D3-BF8E-5909-428B-B654AA2E18CF}"/>
          </ac:spMkLst>
        </pc:spChg>
        <pc:spChg chg="mod">
          <ac:chgData name="DANDAN KING" userId="965e0f77dc74b9b0" providerId="LiveId" clId="{BE8F9BFB-09FA-412B-99E4-7B447242E85C}" dt="2025-05-06T17:38:07.222" v="2086"/>
          <ac:spMkLst>
            <pc:docMk/>
            <pc:sldMk cId="1720799384" sldId="264"/>
            <ac:spMk id="9" creationId="{1B98638A-29BA-1A61-C59D-C98F4A4892D7}"/>
          </ac:spMkLst>
        </pc:spChg>
        <pc:spChg chg="mod">
          <ac:chgData name="DANDAN KING" userId="965e0f77dc74b9b0" providerId="LiveId" clId="{BE8F9BFB-09FA-412B-99E4-7B447242E85C}" dt="2025-05-06T17:38:17.930" v="2088"/>
          <ac:spMkLst>
            <pc:docMk/>
            <pc:sldMk cId="1720799384" sldId="264"/>
            <ac:spMk id="11" creationId="{144DFDAE-8720-1581-4B8A-B8A7918A52A0}"/>
          </ac:spMkLst>
        </pc:spChg>
        <pc:spChg chg="mod">
          <ac:chgData name="DANDAN KING" userId="965e0f77dc74b9b0" providerId="LiveId" clId="{BE8F9BFB-09FA-412B-99E4-7B447242E85C}" dt="2025-05-06T17:38:17.930" v="2088"/>
          <ac:spMkLst>
            <pc:docMk/>
            <pc:sldMk cId="1720799384" sldId="264"/>
            <ac:spMk id="12" creationId="{8F4D4CAB-ED01-259A-F11B-0F41A234C4A6}"/>
          </ac:spMkLst>
        </pc:spChg>
        <pc:spChg chg="mod">
          <ac:chgData name="DANDAN KING" userId="965e0f77dc74b9b0" providerId="LiveId" clId="{BE8F9BFB-09FA-412B-99E4-7B447242E85C}" dt="2025-05-06T17:38:26.028" v="2089"/>
          <ac:spMkLst>
            <pc:docMk/>
            <pc:sldMk cId="1720799384" sldId="264"/>
            <ac:spMk id="14" creationId="{AA83A85E-7378-F0D7-81E1-6301C6D04A85}"/>
          </ac:spMkLst>
        </pc:spChg>
        <pc:spChg chg="mod">
          <ac:chgData name="DANDAN KING" userId="965e0f77dc74b9b0" providerId="LiveId" clId="{BE8F9BFB-09FA-412B-99E4-7B447242E85C}" dt="2025-05-06T17:39:59.868" v="2137" actId="20577"/>
          <ac:spMkLst>
            <pc:docMk/>
            <pc:sldMk cId="1720799384" sldId="264"/>
            <ac:spMk id="15" creationId="{59954453-6E46-63C5-5421-C0306AA56E1C}"/>
          </ac:spMkLst>
        </pc:spChg>
        <pc:spChg chg="mod">
          <ac:chgData name="DANDAN KING" userId="965e0f77dc74b9b0" providerId="LiveId" clId="{BE8F9BFB-09FA-412B-99E4-7B447242E85C}" dt="2025-05-06T17:41:01.290" v="2184" actId="1076"/>
          <ac:spMkLst>
            <pc:docMk/>
            <pc:sldMk cId="1720799384" sldId="264"/>
            <ac:spMk id="17" creationId="{5BF79D22-1189-6A61-0FBD-F805A4E04FDB}"/>
          </ac:spMkLst>
        </pc:spChg>
        <pc:spChg chg="mod">
          <ac:chgData name="DANDAN KING" userId="965e0f77dc74b9b0" providerId="LiveId" clId="{BE8F9BFB-09FA-412B-99E4-7B447242E85C}" dt="2025-05-06T17:40:58.505" v="2183" actId="1076"/>
          <ac:spMkLst>
            <pc:docMk/>
            <pc:sldMk cId="1720799384" sldId="264"/>
            <ac:spMk id="18" creationId="{A857F6B6-1BF7-7AB8-A373-BE78A502CD86}"/>
          </ac:spMkLst>
        </pc:spChg>
        <pc:spChg chg="add mod ord">
          <ac:chgData name="DANDAN KING" userId="965e0f77dc74b9b0" providerId="LiveId" clId="{BE8F9BFB-09FA-412B-99E4-7B447242E85C}" dt="2025-05-06T17:49:42.104" v="2388" actId="1076"/>
          <ac:spMkLst>
            <pc:docMk/>
            <pc:sldMk cId="1720799384" sldId="264"/>
            <ac:spMk id="19" creationId="{E944DAC8-7803-512A-60DD-4DE5573EEF11}"/>
          </ac:spMkLst>
        </pc:spChg>
        <pc:spChg chg="mod">
          <ac:chgData name="DANDAN KING" userId="965e0f77dc74b9b0" providerId="LiveId" clId="{BE8F9BFB-09FA-412B-99E4-7B447242E85C}" dt="2025-05-06T17:45:28.383" v="2230"/>
          <ac:spMkLst>
            <pc:docMk/>
            <pc:sldMk cId="1720799384" sldId="264"/>
            <ac:spMk id="36" creationId="{6FD7176A-4247-0732-CF86-22B2133D0CF2}"/>
          </ac:spMkLst>
        </pc:spChg>
        <pc:spChg chg="mod">
          <ac:chgData name="DANDAN KING" userId="965e0f77dc74b9b0" providerId="LiveId" clId="{BE8F9BFB-09FA-412B-99E4-7B447242E85C}" dt="2025-05-06T17:45:59.859" v="2274" actId="20577"/>
          <ac:spMkLst>
            <pc:docMk/>
            <pc:sldMk cId="1720799384" sldId="264"/>
            <ac:spMk id="37" creationId="{280BFDF5-1D60-515C-B997-9BAD8B98700A}"/>
          </ac:spMkLst>
        </pc:spChg>
        <pc:spChg chg="mod">
          <ac:chgData name="DANDAN KING" userId="965e0f77dc74b9b0" providerId="LiveId" clId="{BE8F9BFB-09FA-412B-99E4-7B447242E85C}" dt="2025-05-06T17:45:36.992" v="2232"/>
          <ac:spMkLst>
            <pc:docMk/>
            <pc:sldMk cId="1720799384" sldId="264"/>
            <ac:spMk id="39" creationId="{147AC644-3E47-6AA7-9B35-6FB35C050F3D}"/>
          </ac:spMkLst>
        </pc:spChg>
        <pc:spChg chg="mod">
          <ac:chgData name="DANDAN KING" userId="965e0f77dc74b9b0" providerId="LiveId" clId="{BE8F9BFB-09FA-412B-99E4-7B447242E85C}" dt="2025-05-06T17:46:14.585" v="2312" actId="20577"/>
          <ac:spMkLst>
            <pc:docMk/>
            <pc:sldMk cId="1720799384" sldId="264"/>
            <ac:spMk id="40" creationId="{8653364E-7FE7-0AD0-34EB-AC3682DF1CBD}"/>
          </ac:spMkLst>
        </pc:spChg>
        <pc:spChg chg="mod">
          <ac:chgData name="DANDAN KING" userId="965e0f77dc74b9b0" providerId="LiveId" clId="{BE8F9BFB-09FA-412B-99E4-7B447242E85C}" dt="2025-05-06T17:47:54.362" v="2334"/>
          <ac:spMkLst>
            <pc:docMk/>
            <pc:sldMk cId="1720799384" sldId="264"/>
            <ac:spMk id="59" creationId="{A60F0567-1592-E38A-23C4-BE76C2D59961}"/>
          </ac:spMkLst>
        </pc:spChg>
        <pc:spChg chg="mod">
          <ac:chgData name="DANDAN KING" userId="965e0f77dc74b9b0" providerId="LiveId" clId="{BE8F9BFB-09FA-412B-99E4-7B447242E85C}" dt="2025-05-06T17:49:19.799" v="2384" actId="20577"/>
          <ac:spMkLst>
            <pc:docMk/>
            <pc:sldMk cId="1720799384" sldId="264"/>
            <ac:spMk id="60" creationId="{807D8FD4-50AA-FE4B-3CC2-35A6DDA82A39}"/>
          </ac:spMkLst>
        </pc:spChg>
        <pc:grpChg chg="add mod">
          <ac:chgData name="DANDAN KING" userId="965e0f77dc74b9b0" providerId="LiveId" clId="{BE8F9BFB-09FA-412B-99E4-7B447242E85C}" dt="2025-05-06T17:49:38.208" v="2387" actId="1076"/>
          <ac:grpSpMkLst>
            <pc:docMk/>
            <pc:sldMk cId="1720799384" sldId="264"/>
            <ac:grpSpMk id="7" creationId="{9C9CE040-0B15-EE4A-F876-56E2EE1CD0F3}"/>
          </ac:grpSpMkLst>
        </pc:grpChg>
        <pc:grpChg chg="add mod">
          <ac:chgData name="DANDAN KING" userId="965e0f77dc74b9b0" providerId="LiveId" clId="{BE8F9BFB-09FA-412B-99E4-7B447242E85C}" dt="2025-05-06T17:38:17.930" v="2088"/>
          <ac:grpSpMkLst>
            <pc:docMk/>
            <pc:sldMk cId="1720799384" sldId="264"/>
            <ac:grpSpMk id="10" creationId="{83AD0C5A-BF4A-2405-A637-5CA2D0DF077E}"/>
          </ac:grpSpMkLst>
        </pc:grpChg>
        <pc:grpChg chg="add mod">
          <ac:chgData name="DANDAN KING" userId="965e0f77dc74b9b0" providerId="LiveId" clId="{BE8F9BFB-09FA-412B-99E4-7B447242E85C}" dt="2025-05-06T17:44:45.975" v="2223" actId="1076"/>
          <ac:grpSpMkLst>
            <pc:docMk/>
            <pc:sldMk cId="1720799384" sldId="264"/>
            <ac:grpSpMk id="13" creationId="{2768B9B8-EC49-4FDF-0100-C2605076A433}"/>
          </ac:grpSpMkLst>
        </pc:grpChg>
        <pc:grpChg chg="add mod">
          <ac:chgData name="DANDAN KING" userId="965e0f77dc74b9b0" providerId="LiveId" clId="{BE8F9BFB-09FA-412B-99E4-7B447242E85C}" dt="2025-05-06T17:45:13.102" v="2226" actId="1076"/>
          <ac:grpSpMkLst>
            <pc:docMk/>
            <pc:sldMk cId="1720799384" sldId="264"/>
            <ac:grpSpMk id="16" creationId="{FA328BEE-4E9E-B9E4-83D0-338273B6D4D4}"/>
          </ac:grpSpMkLst>
        </pc:grpChg>
        <pc:grpChg chg="add mod">
          <ac:chgData name="DANDAN KING" userId="965e0f77dc74b9b0" providerId="LiveId" clId="{BE8F9BFB-09FA-412B-99E4-7B447242E85C}" dt="2025-05-06T17:45:48.073" v="2234" actId="1076"/>
          <ac:grpSpMkLst>
            <pc:docMk/>
            <pc:sldMk cId="1720799384" sldId="264"/>
            <ac:grpSpMk id="35" creationId="{8B74E1D8-BF76-BC2F-9931-E033AEC9E814}"/>
          </ac:grpSpMkLst>
        </pc:grpChg>
        <pc:grpChg chg="add mod">
          <ac:chgData name="DANDAN KING" userId="965e0f77dc74b9b0" providerId="LiveId" clId="{BE8F9BFB-09FA-412B-99E4-7B447242E85C}" dt="2025-05-06T17:45:45.164" v="2233" actId="1076"/>
          <ac:grpSpMkLst>
            <pc:docMk/>
            <pc:sldMk cId="1720799384" sldId="264"/>
            <ac:grpSpMk id="38" creationId="{01BD6608-2671-D179-956D-270480FF4D50}"/>
          </ac:grpSpMkLst>
        </pc:grpChg>
        <pc:grpChg chg="add mod">
          <ac:chgData name="DANDAN KING" userId="965e0f77dc74b9b0" providerId="LiveId" clId="{BE8F9BFB-09FA-412B-99E4-7B447242E85C}" dt="2025-05-06T17:49:25.552" v="2385" actId="14100"/>
          <ac:grpSpMkLst>
            <pc:docMk/>
            <pc:sldMk cId="1720799384" sldId="264"/>
            <ac:grpSpMk id="58" creationId="{DA7298DA-C0B1-BA56-BEC5-EF4975B19612}"/>
          </ac:grpSpMkLst>
        </pc:grpChg>
        <pc:picChg chg="add mod">
          <ac:chgData name="DANDAN KING" userId="965e0f77dc74b9b0" providerId="LiveId" clId="{BE8F9BFB-09FA-412B-99E4-7B447242E85C}" dt="2025-05-06T17:37:12.214" v="2055" actId="1076"/>
          <ac:picMkLst>
            <pc:docMk/>
            <pc:sldMk cId="1720799384" sldId="264"/>
            <ac:picMk id="5" creationId="{7F1FB87C-3E9B-AA19-B997-8D5BA10285E8}"/>
          </ac:picMkLst>
        </pc:picChg>
        <pc:cxnChg chg="add del mod">
          <ac:chgData name="DANDAN KING" userId="965e0f77dc74b9b0" providerId="LiveId" clId="{BE8F9BFB-09FA-412B-99E4-7B447242E85C}" dt="2025-05-06T17:42:35.215" v="2203" actId="11529"/>
          <ac:cxnSpMkLst>
            <pc:docMk/>
            <pc:sldMk cId="1720799384" sldId="264"/>
            <ac:cxnSpMk id="21" creationId="{EBF623D8-04DB-07CF-8954-59AAB2C931F8}"/>
          </ac:cxnSpMkLst>
        </pc:cxnChg>
        <pc:cxnChg chg="add del mod">
          <ac:chgData name="DANDAN KING" userId="965e0f77dc74b9b0" providerId="LiveId" clId="{BE8F9BFB-09FA-412B-99E4-7B447242E85C}" dt="2025-05-06T17:42:32.668" v="2197" actId="11529"/>
          <ac:cxnSpMkLst>
            <pc:docMk/>
            <pc:sldMk cId="1720799384" sldId="264"/>
            <ac:cxnSpMk id="27" creationId="{839EAB00-2E9B-257A-5BED-FCBB45DCAA0B}"/>
          </ac:cxnSpMkLst>
        </pc:cxnChg>
        <pc:cxnChg chg="add del mod">
          <ac:chgData name="DANDAN KING" userId="965e0f77dc74b9b0" providerId="LiveId" clId="{BE8F9BFB-09FA-412B-99E4-7B447242E85C}" dt="2025-05-06T17:44:25.665" v="2215" actId="478"/>
          <ac:cxnSpMkLst>
            <pc:docMk/>
            <pc:sldMk cId="1720799384" sldId="264"/>
            <ac:cxnSpMk id="31" creationId="{7D3C955C-1EC5-3E84-C10D-9D3690D7CC2C}"/>
          </ac:cxnSpMkLst>
        </pc:cxnChg>
        <pc:cxnChg chg="add del mod">
          <ac:chgData name="DANDAN KING" userId="965e0f77dc74b9b0" providerId="LiveId" clId="{BE8F9BFB-09FA-412B-99E4-7B447242E85C}" dt="2025-05-06T17:44:26.960" v="2217" actId="478"/>
          <ac:cxnSpMkLst>
            <pc:docMk/>
            <pc:sldMk cId="1720799384" sldId="264"/>
            <ac:cxnSpMk id="33" creationId="{5B358C95-FEC9-17D6-A0A0-9B8BA5F22AE0}"/>
          </ac:cxnSpMkLst>
        </pc:cxnChg>
        <pc:cxnChg chg="add del mod">
          <ac:chgData name="DANDAN KING" userId="965e0f77dc74b9b0" providerId="LiveId" clId="{BE8F9BFB-09FA-412B-99E4-7B447242E85C}" dt="2025-05-06T17:43:45.344" v="2213" actId="478"/>
          <ac:cxnSpMkLst>
            <pc:docMk/>
            <pc:sldMk cId="1720799384" sldId="264"/>
            <ac:cxnSpMk id="34" creationId="{82D8BA68-7916-D5E4-4753-56377EF9DBDC}"/>
          </ac:cxnSpMkLst>
        </pc:cxnChg>
        <pc:cxnChg chg="add mod">
          <ac:chgData name="DANDAN KING" userId="965e0f77dc74b9b0" providerId="LiveId" clId="{BE8F9BFB-09FA-412B-99E4-7B447242E85C}" dt="2025-05-06T17:46:54.758" v="2319" actId="14100"/>
          <ac:cxnSpMkLst>
            <pc:docMk/>
            <pc:sldMk cId="1720799384" sldId="264"/>
            <ac:cxnSpMk id="42" creationId="{96EF881C-A1B7-F47A-906C-6900D71B51E0}"/>
          </ac:cxnSpMkLst>
        </pc:cxnChg>
        <pc:cxnChg chg="add mod">
          <ac:chgData name="DANDAN KING" userId="965e0f77dc74b9b0" providerId="LiveId" clId="{BE8F9BFB-09FA-412B-99E4-7B447242E85C}" dt="2025-05-06T17:46:49.742" v="2318" actId="14100"/>
          <ac:cxnSpMkLst>
            <pc:docMk/>
            <pc:sldMk cId="1720799384" sldId="264"/>
            <ac:cxnSpMk id="44" creationId="{B07E6E0F-3CFB-14EB-3EC6-B8191655ED52}"/>
          </ac:cxnSpMkLst>
        </pc:cxnChg>
        <pc:cxnChg chg="add mod">
          <ac:chgData name="DANDAN KING" userId="965e0f77dc74b9b0" providerId="LiveId" clId="{BE8F9BFB-09FA-412B-99E4-7B447242E85C}" dt="2025-05-06T17:47:31.885" v="2330" actId="14100"/>
          <ac:cxnSpMkLst>
            <pc:docMk/>
            <pc:sldMk cId="1720799384" sldId="264"/>
            <ac:cxnSpMk id="48" creationId="{616A504E-A1C9-B571-45D0-A9FEE30A81A9}"/>
          </ac:cxnSpMkLst>
        </pc:cxnChg>
        <pc:cxnChg chg="add mod">
          <ac:chgData name="DANDAN KING" userId="965e0f77dc74b9b0" providerId="LiveId" clId="{BE8F9BFB-09FA-412B-99E4-7B447242E85C}" dt="2025-05-06T17:47:13.819" v="2324" actId="14100"/>
          <ac:cxnSpMkLst>
            <pc:docMk/>
            <pc:sldMk cId="1720799384" sldId="264"/>
            <ac:cxnSpMk id="50" creationId="{A4B82801-BA79-6F06-4DCB-592FB6436079}"/>
          </ac:cxnSpMkLst>
        </pc:cxnChg>
        <pc:cxnChg chg="add mod">
          <ac:chgData name="DANDAN KING" userId="965e0f77dc74b9b0" providerId="LiveId" clId="{BE8F9BFB-09FA-412B-99E4-7B447242E85C}" dt="2025-05-06T17:47:21.340" v="2327" actId="14100"/>
          <ac:cxnSpMkLst>
            <pc:docMk/>
            <pc:sldMk cId="1720799384" sldId="264"/>
            <ac:cxnSpMk id="53" creationId="{0C67360F-3D21-8662-08B2-FD9F94619052}"/>
          </ac:cxnSpMkLst>
        </pc:cxnChg>
        <pc:cxnChg chg="add del mod">
          <ac:chgData name="DANDAN KING" userId="965e0f77dc74b9b0" providerId="LiveId" clId="{BE8F9BFB-09FA-412B-99E4-7B447242E85C}" dt="2025-05-06T17:47:50.401" v="2332" actId="478"/>
          <ac:cxnSpMkLst>
            <pc:docMk/>
            <pc:sldMk cId="1720799384" sldId="264"/>
            <ac:cxnSpMk id="57" creationId="{FD34A235-61EE-D7A1-C798-846E461E29C5}"/>
          </ac:cxnSpMkLst>
        </pc:cxnChg>
        <pc:cxnChg chg="add mod">
          <ac:chgData name="DANDAN KING" userId="965e0f77dc74b9b0" providerId="LiveId" clId="{BE8F9BFB-09FA-412B-99E4-7B447242E85C}" dt="2025-05-06T17:49:25.552" v="2385" actId="14100"/>
          <ac:cxnSpMkLst>
            <pc:docMk/>
            <pc:sldMk cId="1720799384" sldId="264"/>
            <ac:cxnSpMk id="61" creationId="{72528A63-FE66-158E-375E-D69613F3A286}"/>
          </ac:cxnSpMkLst>
        </pc:cxnChg>
        <pc:cxnChg chg="add mod">
          <ac:chgData name="DANDAN KING" userId="965e0f77dc74b9b0" providerId="LiveId" clId="{BE8F9BFB-09FA-412B-99E4-7B447242E85C}" dt="2025-05-06T17:48:56.458" v="2354" actId="14100"/>
          <ac:cxnSpMkLst>
            <pc:docMk/>
            <pc:sldMk cId="1720799384" sldId="264"/>
            <ac:cxnSpMk id="67" creationId="{EE4FC6D0-97CF-0F7A-2EE6-94B06B61804A}"/>
          </ac:cxnSpMkLst>
        </pc:cxnChg>
        <pc:cxnChg chg="add mod">
          <ac:chgData name="DANDAN KING" userId="965e0f77dc74b9b0" providerId="LiveId" clId="{BE8F9BFB-09FA-412B-99E4-7B447242E85C}" dt="2025-05-06T17:49:04.426" v="2357" actId="14100"/>
          <ac:cxnSpMkLst>
            <pc:docMk/>
            <pc:sldMk cId="1720799384" sldId="264"/>
            <ac:cxnSpMk id="70" creationId="{6CC1270F-B40B-D1A8-6326-F13599BA3196}"/>
          </ac:cxnSpMkLst>
        </pc:cxnChg>
      </pc:sldChg>
      <pc:sldChg chg="addSp delSp modSp new mod">
        <pc:chgData name="DANDAN KING" userId="965e0f77dc74b9b0" providerId="LiveId" clId="{BE8F9BFB-09FA-412B-99E4-7B447242E85C}" dt="2025-05-06T18:03:17.365" v="2878" actId="478"/>
        <pc:sldMkLst>
          <pc:docMk/>
          <pc:sldMk cId="801795631" sldId="265"/>
        </pc:sldMkLst>
        <pc:spChg chg="mod">
          <ac:chgData name="DANDAN KING" userId="965e0f77dc74b9b0" providerId="LiveId" clId="{BE8F9BFB-09FA-412B-99E4-7B447242E85C}" dt="2025-05-06T17:50:56.877" v="2417" actId="1076"/>
          <ac:spMkLst>
            <pc:docMk/>
            <pc:sldMk cId="801795631" sldId="265"/>
            <ac:spMk id="2" creationId="{FA5E6596-8AFE-CC5B-03CC-56E6E11CE84C}"/>
          </ac:spMkLst>
        </pc:spChg>
        <pc:spChg chg="del">
          <ac:chgData name="DANDAN KING" userId="965e0f77dc74b9b0" providerId="LiveId" clId="{BE8F9BFB-09FA-412B-99E4-7B447242E85C}" dt="2025-05-06T17:53:14.952" v="2418"/>
          <ac:spMkLst>
            <pc:docMk/>
            <pc:sldMk cId="801795631" sldId="265"/>
            <ac:spMk id="3" creationId="{1B8FA765-5510-900F-FA36-4F9A4FB6AD3B}"/>
          </ac:spMkLst>
        </pc:spChg>
        <pc:spChg chg="del mod">
          <ac:chgData name="DANDAN KING" userId="965e0f77dc74b9b0" providerId="LiveId" clId="{BE8F9BFB-09FA-412B-99E4-7B447242E85C}" dt="2025-05-06T18:03:17.365" v="2878" actId="478"/>
          <ac:spMkLst>
            <pc:docMk/>
            <pc:sldMk cId="801795631" sldId="265"/>
            <ac:spMk id="4" creationId="{66CA5EB3-320C-DE71-99EA-DA393CEE8500}"/>
          </ac:spMkLst>
        </pc:spChg>
        <pc:spChg chg="add mod">
          <ac:chgData name="DANDAN KING" userId="965e0f77dc74b9b0" providerId="LiveId" clId="{BE8F9BFB-09FA-412B-99E4-7B447242E85C}" dt="2025-05-06T17:53:30.885" v="2420" actId="5793"/>
          <ac:spMkLst>
            <pc:docMk/>
            <pc:sldMk cId="801795631" sldId="265"/>
            <ac:spMk id="6" creationId="{81E97AF9-D663-B8F6-4695-01156893A583}"/>
          </ac:spMkLst>
        </pc:spChg>
        <pc:spChg chg="add mod">
          <ac:chgData name="DANDAN KING" userId="965e0f77dc74b9b0" providerId="LiveId" clId="{BE8F9BFB-09FA-412B-99E4-7B447242E85C}" dt="2025-05-06T17:55:21.870" v="2472" actId="20577"/>
          <ac:spMkLst>
            <pc:docMk/>
            <pc:sldMk cId="801795631" sldId="265"/>
            <ac:spMk id="7" creationId="{99F549C7-9918-928A-6DBF-E2FCEA5CD4A3}"/>
          </ac:spMkLst>
        </pc:spChg>
        <pc:spChg chg="add mod">
          <ac:chgData name="DANDAN KING" userId="965e0f77dc74b9b0" providerId="LiveId" clId="{BE8F9BFB-09FA-412B-99E4-7B447242E85C}" dt="2025-05-06T17:55:27.628" v="2474" actId="20577"/>
          <ac:spMkLst>
            <pc:docMk/>
            <pc:sldMk cId="801795631" sldId="265"/>
            <ac:spMk id="8" creationId="{89C66AAD-6F7A-B0AE-E939-4A379ABFCFDF}"/>
          </ac:spMkLst>
        </pc:spChg>
        <pc:spChg chg="add mod">
          <ac:chgData name="DANDAN KING" userId="965e0f77dc74b9b0" providerId="LiveId" clId="{BE8F9BFB-09FA-412B-99E4-7B447242E85C}" dt="2025-05-06T17:55:30.452" v="2476" actId="20577"/>
          <ac:spMkLst>
            <pc:docMk/>
            <pc:sldMk cId="801795631" sldId="265"/>
            <ac:spMk id="9" creationId="{3C0F407A-DEEB-C9F6-89B0-AEE83328263A}"/>
          </ac:spMkLst>
        </pc:spChg>
        <pc:spChg chg="add mod">
          <ac:chgData name="DANDAN KING" userId="965e0f77dc74b9b0" providerId="LiveId" clId="{BE8F9BFB-09FA-412B-99E4-7B447242E85C}" dt="2025-05-06T17:55:32.951" v="2478" actId="20577"/>
          <ac:spMkLst>
            <pc:docMk/>
            <pc:sldMk cId="801795631" sldId="265"/>
            <ac:spMk id="10" creationId="{7D9B7022-16CA-3845-6897-F7A684547CE5}"/>
          </ac:spMkLst>
        </pc:spChg>
        <pc:spChg chg="add mod">
          <ac:chgData name="DANDAN KING" userId="965e0f77dc74b9b0" providerId="LiveId" clId="{BE8F9BFB-09FA-412B-99E4-7B447242E85C}" dt="2025-05-06T17:58:24.504" v="2658" actId="20577"/>
          <ac:spMkLst>
            <pc:docMk/>
            <pc:sldMk cId="801795631" sldId="265"/>
            <ac:spMk id="11" creationId="{54F4B9FD-3B06-EE56-22D2-D4B03FF53310}"/>
          </ac:spMkLst>
        </pc:spChg>
        <pc:spChg chg="add mod">
          <ac:chgData name="DANDAN KING" userId="965e0f77dc74b9b0" providerId="LiveId" clId="{BE8F9BFB-09FA-412B-99E4-7B447242E85C}" dt="2025-05-06T17:57:43.441" v="2605" actId="14100"/>
          <ac:spMkLst>
            <pc:docMk/>
            <pc:sldMk cId="801795631" sldId="265"/>
            <ac:spMk id="12" creationId="{42435E3B-39DA-D44D-66DB-1BD0CDD775CF}"/>
          </ac:spMkLst>
        </pc:spChg>
        <pc:spChg chg="add mod">
          <ac:chgData name="DANDAN KING" userId="965e0f77dc74b9b0" providerId="LiveId" clId="{BE8F9BFB-09FA-412B-99E4-7B447242E85C}" dt="2025-05-06T17:57:17.786" v="2581" actId="20577"/>
          <ac:spMkLst>
            <pc:docMk/>
            <pc:sldMk cId="801795631" sldId="265"/>
            <ac:spMk id="13" creationId="{AC7A69BA-7E22-8146-E357-2D9959D42CEE}"/>
          </ac:spMkLst>
        </pc:spChg>
        <pc:spChg chg="add mod">
          <ac:chgData name="DANDAN KING" userId="965e0f77dc74b9b0" providerId="LiveId" clId="{BE8F9BFB-09FA-412B-99E4-7B447242E85C}" dt="2025-05-06T17:59:48.552" v="2736" actId="20577"/>
          <ac:spMkLst>
            <pc:docMk/>
            <pc:sldMk cId="801795631" sldId="265"/>
            <ac:spMk id="14" creationId="{630272CC-9EFB-4C36-4594-A5CFDDE64B85}"/>
          </ac:spMkLst>
        </pc:spChg>
        <pc:spChg chg="add mod">
          <ac:chgData name="DANDAN KING" userId="965e0f77dc74b9b0" providerId="LiveId" clId="{BE8F9BFB-09FA-412B-99E4-7B447242E85C}" dt="2025-05-06T18:00:30.300" v="2803" actId="14100"/>
          <ac:spMkLst>
            <pc:docMk/>
            <pc:sldMk cId="801795631" sldId="265"/>
            <ac:spMk id="15" creationId="{CB3A7AEC-2C07-A2F0-BC9D-81E9D4F680EB}"/>
          </ac:spMkLst>
        </pc:spChg>
        <pc:picChg chg="add mod">
          <ac:chgData name="DANDAN KING" userId="965e0f77dc74b9b0" providerId="LiveId" clId="{BE8F9BFB-09FA-412B-99E4-7B447242E85C}" dt="2025-05-06T17:50:37.383" v="2396"/>
          <ac:picMkLst>
            <pc:docMk/>
            <pc:sldMk cId="801795631" sldId="265"/>
            <ac:picMk id="5" creationId="{C41C1DAD-BEC7-8DE7-53FF-D1EE57C95840}"/>
          </ac:picMkLst>
        </pc:picChg>
      </pc:sldChg>
      <pc:sldChg chg="addSp delSp modSp new mod">
        <pc:chgData name="DANDAN KING" userId="965e0f77dc74b9b0" providerId="LiveId" clId="{BE8F9BFB-09FA-412B-99E4-7B447242E85C}" dt="2025-05-06T18:03:20.619" v="2879" actId="478"/>
        <pc:sldMkLst>
          <pc:docMk/>
          <pc:sldMk cId="1003487068" sldId="266"/>
        </pc:sldMkLst>
        <pc:spChg chg="mod">
          <ac:chgData name="DANDAN KING" userId="965e0f77dc74b9b0" providerId="LiveId" clId="{BE8F9BFB-09FA-412B-99E4-7B447242E85C}" dt="2025-05-06T18:01:45.096" v="2838" actId="27636"/>
          <ac:spMkLst>
            <pc:docMk/>
            <pc:sldMk cId="1003487068" sldId="266"/>
            <ac:spMk id="2" creationId="{D6A5D9A1-5701-26A6-9766-CE76D0EF7455}"/>
          </ac:spMkLst>
        </pc:spChg>
        <pc:spChg chg="del">
          <ac:chgData name="DANDAN KING" userId="965e0f77dc74b9b0" providerId="LiveId" clId="{BE8F9BFB-09FA-412B-99E4-7B447242E85C}" dt="2025-05-06T18:01:07.524" v="2805" actId="22"/>
          <ac:spMkLst>
            <pc:docMk/>
            <pc:sldMk cId="1003487068" sldId="266"/>
            <ac:spMk id="3" creationId="{B1E9D46D-6160-2298-0309-C3B8DA9CE866}"/>
          </ac:spMkLst>
        </pc:spChg>
        <pc:spChg chg="del mod">
          <ac:chgData name="DANDAN KING" userId="965e0f77dc74b9b0" providerId="LiveId" clId="{BE8F9BFB-09FA-412B-99E4-7B447242E85C}" dt="2025-05-06T18:03:20.619" v="2879" actId="478"/>
          <ac:spMkLst>
            <pc:docMk/>
            <pc:sldMk cId="1003487068" sldId="266"/>
            <ac:spMk id="4" creationId="{AF384B3F-3426-687F-769D-E09B89D11CBC}"/>
          </ac:spMkLst>
        </pc:spChg>
        <pc:spChg chg="add mod">
          <ac:chgData name="DANDAN KING" userId="965e0f77dc74b9b0" providerId="LiveId" clId="{BE8F9BFB-09FA-412B-99E4-7B447242E85C}" dt="2025-05-06T18:03:03.848" v="2875" actId="207"/>
          <ac:spMkLst>
            <pc:docMk/>
            <pc:sldMk cId="1003487068" sldId="266"/>
            <ac:spMk id="7" creationId="{C9208D30-E6E8-4038-F7E7-53585E04669F}"/>
          </ac:spMkLst>
        </pc:spChg>
        <pc:spChg chg="add mod ord">
          <ac:chgData name="DANDAN KING" userId="965e0f77dc74b9b0" providerId="LiveId" clId="{BE8F9BFB-09FA-412B-99E4-7B447242E85C}" dt="2025-05-06T18:02:50.384" v="2873" actId="167"/>
          <ac:spMkLst>
            <pc:docMk/>
            <pc:sldMk cId="1003487068" sldId="266"/>
            <ac:spMk id="8" creationId="{B158CA91-EE99-B503-5922-BDBFB93ECFAE}"/>
          </ac:spMkLst>
        </pc:spChg>
        <pc:picChg chg="add mod ord">
          <ac:chgData name="DANDAN KING" userId="965e0f77dc74b9b0" providerId="LiveId" clId="{BE8F9BFB-09FA-412B-99E4-7B447242E85C}" dt="2025-05-06T18:01:30.136" v="2812" actId="1076"/>
          <ac:picMkLst>
            <pc:docMk/>
            <pc:sldMk cId="1003487068" sldId="266"/>
            <ac:picMk id="6" creationId="{3D8D7159-D27E-7A23-0325-F415600B5946}"/>
          </ac:picMkLst>
        </pc:picChg>
      </pc:sldChg>
      <pc:sldChg chg="addSp delSp modSp new mod">
        <pc:chgData name="DANDAN KING" userId="965e0f77dc74b9b0" providerId="LiveId" clId="{BE8F9BFB-09FA-412B-99E4-7B447242E85C}" dt="2025-05-06T18:58:22.678" v="3336" actId="478"/>
        <pc:sldMkLst>
          <pc:docMk/>
          <pc:sldMk cId="1968135111" sldId="267"/>
        </pc:sldMkLst>
        <pc:spChg chg="del mod">
          <ac:chgData name="DANDAN KING" userId="965e0f77dc74b9b0" providerId="LiveId" clId="{BE8F9BFB-09FA-412B-99E4-7B447242E85C}" dt="2025-05-06T18:18:45.053" v="2897" actId="478"/>
          <ac:spMkLst>
            <pc:docMk/>
            <pc:sldMk cId="1968135111" sldId="267"/>
            <ac:spMk id="2" creationId="{9BFFA6DF-A57C-B4EC-2017-8DB7347499BC}"/>
          </ac:spMkLst>
        </pc:spChg>
        <pc:spChg chg="add del">
          <ac:chgData name="DANDAN KING" userId="965e0f77dc74b9b0" providerId="LiveId" clId="{BE8F9BFB-09FA-412B-99E4-7B447242E85C}" dt="2025-05-06T18:18:30.589" v="2891" actId="931"/>
          <ac:spMkLst>
            <pc:docMk/>
            <pc:sldMk cId="1968135111" sldId="267"/>
            <ac:spMk id="3" creationId="{A4B3539F-8580-7EC4-F516-3A8FD41C789F}"/>
          </ac:spMkLst>
        </pc:spChg>
        <pc:spChg chg="del">
          <ac:chgData name="DANDAN KING" userId="965e0f77dc74b9b0" providerId="LiveId" clId="{BE8F9BFB-09FA-412B-99E4-7B447242E85C}" dt="2025-05-06T18:58:22.678" v="3336" actId="478"/>
          <ac:spMkLst>
            <pc:docMk/>
            <pc:sldMk cId="1968135111" sldId="267"/>
            <ac:spMk id="4" creationId="{A26BD856-5420-B0C7-AE69-AA653ABEBDC5}"/>
          </ac:spMkLst>
        </pc:spChg>
        <pc:spChg chg="add mod">
          <ac:chgData name="DANDAN KING" userId="965e0f77dc74b9b0" providerId="LiveId" clId="{BE8F9BFB-09FA-412B-99E4-7B447242E85C}" dt="2025-05-06T18:22:01.920" v="2947" actId="20577"/>
          <ac:spMkLst>
            <pc:docMk/>
            <pc:sldMk cId="1968135111" sldId="267"/>
            <ac:spMk id="9" creationId="{E0586045-6DC3-225C-C5A4-58D99743CA68}"/>
          </ac:spMkLst>
        </pc:spChg>
        <pc:picChg chg="add mod">
          <ac:chgData name="DANDAN KING" userId="965e0f77dc74b9b0" providerId="LiveId" clId="{BE8F9BFB-09FA-412B-99E4-7B447242E85C}" dt="2025-05-06T18:17:47.927" v="2890" actId="931"/>
          <ac:picMkLst>
            <pc:docMk/>
            <pc:sldMk cId="1968135111" sldId="267"/>
            <ac:picMk id="6" creationId="{3CFB61DD-2D33-62D7-70C7-E89265EDAC3E}"/>
          </ac:picMkLst>
        </pc:picChg>
        <pc:picChg chg="add mod">
          <ac:chgData name="DANDAN KING" userId="965e0f77dc74b9b0" providerId="LiveId" clId="{BE8F9BFB-09FA-412B-99E4-7B447242E85C}" dt="2025-05-06T18:20:52.021" v="2904" actId="14100"/>
          <ac:picMkLst>
            <pc:docMk/>
            <pc:sldMk cId="1968135111" sldId="267"/>
            <ac:picMk id="8" creationId="{BD348A8D-6733-5D98-86A2-ECBB6D3D37F8}"/>
          </ac:picMkLst>
        </pc:picChg>
      </pc:sldChg>
      <pc:sldChg chg="addSp delSp modSp new mod">
        <pc:chgData name="DANDAN KING" userId="965e0f77dc74b9b0" providerId="LiveId" clId="{BE8F9BFB-09FA-412B-99E4-7B447242E85C}" dt="2025-05-06T18:58:19.818" v="3335" actId="478"/>
        <pc:sldMkLst>
          <pc:docMk/>
          <pc:sldMk cId="994341577" sldId="268"/>
        </pc:sldMkLst>
        <pc:spChg chg="del">
          <ac:chgData name="DANDAN KING" userId="965e0f77dc74b9b0" providerId="LiveId" clId="{BE8F9BFB-09FA-412B-99E4-7B447242E85C}" dt="2025-05-06T18:31:39.391" v="2950" actId="478"/>
          <ac:spMkLst>
            <pc:docMk/>
            <pc:sldMk cId="994341577" sldId="268"/>
            <ac:spMk id="2" creationId="{F0465062-F35D-AD3A-6758-34E278DAF6C1}"/>
          </ac:spMkLst>
        </pc:spChg>
        <pc:spChg chg="del">
          <ac:chgData name="DANDAN KING" userId="965e0f77dc74b9b0" providerId="LiveId" clId="{BE8F9BFB-09FA-412B-99E4-7B447242E85C}" dt="2025-05-06T18:31:32.813" v="2949" actId="931"/>
          <ac:spMkLst>
            <pc:docMk/>
            <pc:sldMk cId="994341577" sldId="268"/>
            <ac:spMk id="3" creationId="{231CA536-5710-338B-9AA1-D347189F6836}"/>
          </ac:spMkLst>
        </pc:spChg>
        <pc:spChg chg="del">
          <ac:chgData name="DANDAN KING" userId="965e0f77dc74b9b0" providerId="LiveId" clId="{BE8F9BFB-09FA-412B-99E4-7B447242E85C}" dt="2025-05-06T18:58:19.818" v="3335" actId="478"/>
          <ac:spMkLst>
            <pc:docMk/>
            <pc:sldMk cId="994341577" sldId="268"/>
            <ac:spMk id="4" creationId="{37A9AD54-D487-29AB-076E-6F3DBD60EAE5}"/>
          </ac:spMkLst>
        </pc:spChg>
        <pc:spChg chg="add mod">
          <ac:chgData name="DANDAN KING" userId="965e0f77dc74b9b0" providerId="LiveId" clId="{BE8F9BFB-09FA-412B-99E4-7B447242E85C}" dt="2025-05-06T18:32:43.332" v="3022" actId="20577"/>
          <ac:spMkLst>
            <pc:docMk/>
            <pc:sldMk cId="994341577" sldId="268"/>
            <ac:spMk id="7" creationId="{A2CD9BB2-C1AC-746B-E939-1440057CD551}"/>
          </ac:spMkLst>
        </pc:spChg>
        <pc:picChg chg="add mod">
          <ac:chgData name="DANDAN KING" userId="965e0f77dc74b9b0" providerId="LiveId" clId="{BE8F9BFB-09FA-412B-99E4-7B447242E85C}" dt="2025-05-06T18:32:01.210" v="2959" actId="14100"/>
          <ac:picMkLst>
            <pc:docMk/>
            <pc:sldMk cId="994341577" sldId="268"/>
            <ac:picMk id="6" creationId="{5855F69D-DBAD-9C03-1DFA-3142AB7229E9}"/>
          </ac:picMkLst>
        </pc:picChg>
      </pc:sldChg>
      <pc:sldChg chg="addSp delSp modSp new mod">
        <pc:chgData name="DANDAN KING" userId="965e0f77dc74b9b0" providerId="LiveId" clId="{BE8F9BFB-09FA-412B-99E4-7B447242E85C}" dt="2025-05-06T18:58:16.989" v="3334" actId="478"/>
        <pc:sldMkLst>
          <pc:docMk/>
          <pc:sldMk cId="4108966382" sldId="269"/>
        </pc:sldMkLst>
        <pc:spChg chg="del mod">
          <ac:chgData name="DANDAN KING" userId="965e0f77dc74b9b0" providerId="LiveId" clId="{BE8F9BFB-09FA-412B-99E4-7B447242E85C}" dt="2025-05-06T18:40:53.333" v="3030" actId="478"/>
          <ac:spMkLst>
            <pc:docMk/>
            <pc:sldMk cId="4108966382" sldId="269"/>
            <ac:spMk id="2" creationId="{918F6FB3-986B-ED3D-CAAF-ED3429508228}"/>
          </ac:spMkLst>
        </pc:spChg>
        <pc:spChg chg="del">
          <ac:chgData name="DANDAN KING" userId="965e0f77dc74b9b0" providerId="LiveId" clId="{BE8F9BFB-09FA-412B-99E4-7B447242E85C}" dt="2025-05-06T18:40:39.965" v="3024" actId="931"/>
          <ac:spMkLst>
            <pc:docMk/>
            <pc:sldMk cId="4108966382" sldId="269"/>
            <ac:spMk id="3" creationId="{38B9EA75-56BF-5C26-776C-729D81400868}"/>
          </ac:spMkLst>
        </pc:spChg>
        <pc:spChg chg="del mod">
          <ac:chgData name="DANDAN KING" userId="965e0f77dc74b9b0" providerId="LiveId" clId="{BE8F9BFB-09FA-412B-99E4-7B447242E85C}" dt="2025-05-06T18:58:16.989" v="3334" actId="478"/>
          <ac:spMkLst>
            <pc:docMk/>
            <pc:sldMk cId="4108966382" sldId="269"/>
            <ac:spMk id="4" creationId="{F51C5FB2-ADD9-EBB4-22BC-A16AFF4FF96A}"/>
          </ac:spMkLst>
        </pc:spChg>
        <pc:spChg chg="add mod">
          <ac:chgData name="DANDAN KING" userId="965e0f77dc74b9b0" providerId="LiveId" clId="{BE8F9BFB-09FA-412B-99E4-7B447242E85C}" dt="2025-05-06T18:42:14.547" v="3056" actId="20577"/>
          <ac:spMkLst>
            <pc:docMk/>
            <pc:sldMk cId="4108966382" sldId="269"/>
            <ac:spMk id="7" creationId="{CBC19589-028F-589B-4013-2EB5D7F58018}"/>
          </ac:spMkLst>
        </pc:spChg>
        <pc:picChg chg="add mod">
          <ac:chgData name="DANDAN KING" userId="965e0f77dc74b9b0" providerId="LiveId" clId="{BE8F9BFB-09FA-412B-99E4-7B447242E85C}" dt="2025-05-06T18:41:06.513" v="3036" actId="14100"/>
          <ac:picMkLst>
            <pc:docMk/>
            <pc:sldMk cId="4108966382" sldId="269"/>
            <ac:picMk id="6" creationId="{8F936E0E-9BA9-A3BF-D048-A27A22524C4A}"/>
          </ac:picMkLst>
        </pc:picChg>
      </pc:sldChg>
      <pc:sldChg chg="addSp delSp modSp new mod">
        <pc:chgData name="DANDAN KING" userId="965e0f77dc74b9b0" providerId="LiveId" clId="{BE8F9BFB-09FA-412B-99E4-7B447242E85C}" dt="2025-05-06T18:58:13.151" v="3332" actId="478"/>
        <pc:sldMkLst>
          <pc:docMk/>
          <pc:sldMk cId="1011956100" sldId="270"/>
        </pc:sldMkLst>
        <pc:spChg chg="del mod">
          <ac:chgData name="DANDAN KING" userId="965e0f77dc74b9b0" providerId="LiveId" clId="{BE8F9BFB-09FA-412B-99E4-7B447242E85C}" dt="2025-05-06T18:42:26.404" v="3060" actId="478"/>
          <ac:spMkLst>
            <pc:docMk/>
            <pc:sldMk cId="1011956100" sldId="270"/>
            <ac:spMk id="2" creationId="{AA2695BC-CB29-723D-F73B-3F8ECC5CB562}"/>
          </ac:spMkLst>
        </pc:spChg>
        <pc:spChg chg="del">
          <ac:chgData name="DANDAN KING" userId="965e0f77dc74b9b0" providerId="LiveId" clId="{BE8F9BFB-09FA-412B-99E4-7B447242E85C}" dt="2025-05-06T18:42:22.961" v="3058" actId="931"/>
          <ac:spMkLst>
            <pc:docMk/>
            <pc:sldMk cId="1011956100" sldId="270"/>
            <ac:spMk id="3" creationId="{B789CCD3-F83B-BB97-556B-57AE4A169BFF}"/>
          </ac:spMkLst>
        </pc:spChg>
        <pc:spChg chg="del">
          <ac:chgData name="DANDAN KING" userId="965e0f77dc74b9b0" providerId="LiveId" clId="{BE8F9BFB-09FA-412B-99E4-7B447242E85C}" dt="2025-05-06T18:58:13.151" v="3332" actId="478"/>
          <ac:spMkLst>
            <pc:docMk/>
            <pc:sldMk cId="1011956100" sldId="270"/>
            <ac:spMk id="4" creationId="{6A45076B-2F18-B24F-0AB0-EBCD507A0D73}"/>
          </ac:spMkLst>
        </pc:spChg>
        <pc:spChg chg="add mod">
          <ac:chgData name="DANDAN KING" userId="965e0f77dc74b9b0" providerId="LiveId" clId="{BE8F9BFB-09FA-412B-99E4-7B447242E85C}" dt="2025-05-06T18:43:26.194" v="3115" actId="20577"/>
          <ac:spMkLst>
            <pc:docMk/>
            <pc:sldMk cId="1011956100" sldId="270"/>
            <ac:spMk id="7" creationId="{B10A083D-606F-A715-9709-3C11224E4CC2}"/>
          </ac:spMkLst>
        </pc:spChg>
        <pc:picChg chg="add mod">
          <ac:chgData name="DANDAN KING" userId="965e0f77dc74b9b0" providerId="LiveId" clId="{BE8F9BFB-09FA-412B-99E4-7B447242E85C}" dt="2025-05-06T18:42:40.899" v="3067" actId="1076"/>
          <ac:picMkLst>
            <pc:docMk/>
            <pc:sldMk cId="1011956100" sldId="270"/>
            <ac:picMk id="6" creationId="{8DCDD167-68C0-0081-8AE8-0A25D237A723}"/>
          </ac:picMkLst>
        </pc:picChg>
      </pc:sldChg>
      <pc:sldChg chg="addSp delSp modSp new mod">
        <pc:chgData name="DANDAN KING" userId="965e0f77dc74b9b0" providerId="LiveId" clId="{BE8F9BFB-09FA-412B-99E4-7B447242E85C}" dt="2025-05-06T18:58:09.699" v="3331" actId="478"/>
        <pc:sldMkLst>
          <pc:docMk/>
          <pc:sldMk cId="2073099190" sldId="271"/>
        </pc:sldMkLst>
        <pc:spChg chg="mod">
          <ac:chgData name="DANDAN KING" userId="965e0f77dc74b9b0" providerId="LiveId" clId="{BE8F9BFB-09FA-412B-99E4-7B447242E85C}" dt="2025-05-06T18:44:30.894" v="3142" actId="1076"/>
          <ac:spMkLst>
            <pc:docMk/>
            <pc:sldMk cId="2073099190" sldId="271"/>
            <ac:spMk id="2" creationId="{BB27373F-DB35-4B1F-255D-C89A976E3886}"/>
          </ac:spMkLst>
        </pc:spChg>
        <pc:spChg chg="del">
          <ac:chgData name="DANDAN KING" userId="965e0f77dc74b9b0" providerId="LiveId" clId="{BE8F9BFB-09FA-412B-99E4-7B447242E85C}" dt="2025-05-06T18:44:51.865" v="3143" actId="22"/>
          <ac:spMkLst>
            <pc:docMk/>
            <pc:sldMk cId="2073099190" sldId="271"/>
            <ac:spMk id="3" creationId="{BAEF8665-C098-2E3B-EDB5-E951E42CDFAF}"/>
          </ac:spMkLst>
        </pc:spChg>
        <pc:spChg chg="del">
          <ac:chgData name="DANDAN KING" userId="965e0f77dc74b9b0" providerId="LiveId" clId="{BE8F9BFB-09FA-412B-99E4-7B447242E85C}" dt="2025-05-06T18:58:09.699" v="3331" actId="478"/>
          <ac:spMkLst>
            <pc:docMk/>
            <pc:sldMk cId="2073099190" sldId="271"/>
            <ac:spMk id="4" creationId="{7436D6BF-968D-47C0-8F9A-91456C636A72}"/>
          </ac:spMkLst>
        </pc:spChg>
        <pc:picChg chg="add mod">
          <ac:chgData name="DANDAN KING" userId="965e0f77dc74b9b0" providerId="LiveId" clId="{BE8F9BFB-09FA-412B-99E4-7B447242E85C}" dt="2025-05-06T18:44:10.345" v="3120"/>
          <ac:picMkLst>
            <pc:docMk/>
            <pc:sldMk cId="2073099190" sldId="271"/>
            <ac:picMk id="5" creationId="{CEAEF33B-4D4A-404F-34B2-64CEC2BE4F13}"/>
          </ac:picMkLst>
        </pc:picChg>
        <pc:picChg chg="add mod ord">
          <ac:chgData name="DANDAN KING" userId="965e0f77dc74b9b0" providerId="LiveId" clId="{BE8F9BFB-09FA-412B-99E4-7B447242E85C}" dt="2025-05-06T18:44:58.405" v="3146" actId="14100"/>
          <ac:picMkLst>
            <pc:docMk/>
            <pc:sldMk cId="2073099190" sldId="271"/>
            <ac:picMk id="7" creationId="{3C443E67-CDD4-AE7F-19EC-CB2113967978}"/>
          </ac:picMkLst>
        </pc:picChg>
      </pc:sldChg>
      <pc:sldChg chg="addSp delSp modSp new mod modClrScheme chgLayout">
        <pc:chgData name="DANDAN KING" userId="965e0f77dc74b9b0" providerId="LiveId" clId="{BE8F9BFB-09FA-412B-99E4-7B447242E85C}" dt="2025-05-06T18:51:57.593" v="3285" actId="20577"/>
        <pc:sldMkLst>
          <pc:docMk/>
          <pc:sldMk cId="2645846627" sldId="272"/>
        </pc:sldMkLst>
        <pc:spChg chg="del">
          <ac:chgData name="DANDAN KING" userId="965e0f77dc74b9b0" providerId="LiveId" clId="{BE8F9BFB-09FA-412B-99E4-7B447242E85C}" dt="2025-05-06T18:48:17.475" v="3152" actId="700"/>
          <ac:spMkLst>
            <pc:docMk/>
            <pc:sldMk cId="2645846627" sldId="272"/>
            <ac:spMk id="2" creationId="{4CC22F7F-6B8D-1AC1-0924-EE83DD2ED6DC}"/>
          </ac:spMkLst>
        </pc:spChg>
        <pc:spChg chg="del mod">
          <ac:chgData name="DANDAN KING" userId="965e0f77dc74b9b0" providerId="LiveId" clId="{BE8F9BFB-09FA-412B-99E4-7B447242E85C}" dt="2025-05-06T18:48:17.475" v="3152" actId="700"/>
          <ac:spMkLst>
            <pc:docMk/>
            <pc:sldMk cId="2645846627" sldId="272"/>
            <ac:spMk id="3" creationId="{3D95861E-E088-71A9-3DE3-436ED84179CD}"/>
          </ac:spMkLst>
        </pc:spChg>
        <pc:spChg chg="del mod ord">
          <ac:chgData name="DANDAN KING" userId="965e0f77dc74b9b0" providerId="LiveId" clId="{BE8F9BFB-09FA-412B-99E4-7B447242E85C}" dt="2025-05-06T18:48:20.980" v="3153" actId="478"/>
          <ac:spMkLst>
            <pc:docMk/>
            <pc:sldMk cId="2645846627" sldId="272"/>
            <ac:spMk id="4" creationId="{0E81B5EC-D7EC-7F86-B0EC-0712F504DF22}"/>
          </ac:spMkLst>
        </pc:spChg>
        <pc:spChg chg="add mod">
          <ac:chgData name="DANDAN KING" userId="965e0f77dc74b9b0" providerId="LiveId" clId="{BE8F9BFB-09FA-412B-99E4-7B447242E85C}" dt="2025-05-06T18:51:54.340" v="3283" actId="20577"/>
          <ac:spMkLst>
            <pc:docMk/>
            <pc:sldMk cId="2645846627" sldId="272"/>
            <ac:spMk id="5" creationId="{2F4286E2-B178-4087-4428-DDBBF5842B6D}"/>
          </ac:spMkLst>
        </pc:spChg>
        <pc:spChg chg="add mod">
          <ac:chgData name="DANDAN KING" userId="965e0f77dc74b9b0" providerId="LiveId" clId="{BE8F9BFB-09FA-412B-99E4-7B447242E85C}" dt="2025-05-06T18:51:12.198" v="3213" actId="20577"/>
          <ac:spMkLst>
            <pc:docMk/>
            <pc:sldMk cId="2645846627" sldId="272"/>
            <ac:spMk id="6" creationId="{7B661233-2CCB-2AE5-AD40-1613190FB424}"/>
          </ac:spMkLst>
        </pc:spChg>
        <pc:spChg chg="add mod">
          <ac:chgData name="DANDAN KING" userId="965e0f77dc74b9b0" providerId="LiveId" clId="{BE8F9BFB-09FA-412B-99E4-7B447242E85C}" dt="2025-05-06T18:51:34.200" v="3255" actId="20577"/>
          <ac:spMkLst>
            <pc:docMk/>
            <pc:sldMk cId="2645846627" sldId="272"/>
            <ac:spMk id="7" creationId="{8427E5FC-09E7-AB93-409A-658AC6023249}"/>
          </ac:spMkLst>
        </pc:spChg>
        <pc:spChg chg="add mod">
          <ac:chgData name="DANDAN KING" userId="965e0f77dc74b9b0" providerId="LiveId" clId="{BE8F9BFB-09FA-412B-99E4-7B447242E85C}" dt="2025-05-06T18:51:25.931" v="3239" actId="20577"/>
          <ac:spMkLst>
            <pc:docMk/>
            <pc:sldMk cId="2645846627" sldId="272"/>
            <ac:spMk id="8" creationId="{A4F47918-A4D9-A18C-3F85-93E51D4375AC}"/>
          </ac:spMkLst>
        </pc:spChg>
        <pc:spChg chg="add mod">
          <ac:chgData name="DANDAN KING" userId="965e0f77dc74b9b0" providerId="LiveId" clId="{BE8F9BFB-09FA-412B-99E4-7B447242E85C}" dt="2025-05-06T18:51:18.520" v="3225" actId="20577"/>
          <ac:spMkLst>
            <pc:docMk/>
            <pc:sldMk cId="2645846627" sldId="272"/>
            <ac:spMk id="9" creationId="{DC5E0948-B119-4251-32EF-6374D264C934}"/>
          </ac:spMkLst>
        </pc:spChg>
        <pc:spChg chg="add mod">
          <ac:chgData name="DANDAN KING" userId="965e0f77dc74b9b0" providerId="LiveId" clId="{BE8F9BFB-09FA-412B-99E4-7B447242E85C}" dt="2025-05-06T18:51:57.593" v="3285" actId="20577"/>
          <ac:spMkLst>
            <pc:docMk/>
            <pc:sldMk cId="2645846627" sldId="272"/>
            <ac:spMk id="10" creationId="{824D9214-0160-BFE7-45A8-F6E3FD3EA99E}"/>
          </ac:spMkLst>
        </pc:spChg>
        <pc:spChg chg="add mod">
          <ac:chgData name="DANDAN KING" userId="965e0f77dc74b9b0" providerId="LiveId" clId="{BE8F9BFB-09FA-412B-99E4-7B447242E85C}" dt="2025-05-06T18:49:55.858" v="3193" actId="1076"/>
          <ac:spMkLst>
            <pc:docMk/>
            <pc:sldMk cId="2645846627" sldId="272"/>
            <ac:spMk id="11" creationId="{79541C9F-C995-F307-B62E-DF852AC47E36}"/>
          </ac:spMkLst>
        </pc:spChg>
        <pc:picChg chg="add mod">
          <ac:chgData name="DANDAN KING" userId="965e0f77dc74b9b0" providerId="LiveId" clId="{BE8F9BFB-09FA-412B-99E4-7B447242E85C}" dt="2025-05-06T18:49:51.761" v="3192"/>
          <ac:picMkLst>
            <pc:docMk/>
            <pc:sldMk cId="2645846627" sldId="272"/>
            <ac:picMk id="12" creationId="{20F7FE3E-7838-9E52-C5A8-ECB499D8DE46}"/>
          </ac:picMkLst>
        </pc:picChg>
      </pc:sldChg>
      <pc:sldChg chg="addSp delSp modSp new mod">
        <pc:chgData name="DANDAN KING" userId="965e0f77dc74b9b0" providerId="LiveId" clId="{BE8F9BFB-09FA-412B-99E4-7B447242E85C}" dt="2025-05-06T18:58:05.736" v="3330" actId="478"/>
        <pc:sldMkLst>
          <pc:docMk/>
          <pc:sldMk cId="661611867" sldId="273"/>
        </pc:sldMkLst>
        <pc:spChg chg="del">
          <ac:chgData name="DANDAN KING" userId="965e0f77dc74b9b0" providerId="LiveId" clId="{BE8F9BFB-09FA-412B-99E4-7B447242E85C}" dt="2025-05-06T18:58:05.736" v="3330" actId="478"/>
          <ac:spMkLst>
            <pc:docMk/>
            <pc:sldMk cId="661611867" sldId="273"/>
            <ac:spMk id="2" creationId="{F463E3E0-6A56-BDE6-8494-BB4C9A610C2C}"/>
          </ac:spMkLst>
        </pc:spChg>
        <pc:spChg chg="add del mod">
          <ac:chgData name="DANDAN KING" userId="965e0f77dc74b9b0" providerId="LiveId" clId="{BE8F9BFB-09FA-412B-99E4-7B447242E85C}" dt="2025-05-06T18:56:27.954" v="3311" actId="478"/>
          <ac:spMkLst>
            <pc:docMk/>
            <pc:sldMk cId="661611867" sldId="273"/>
            <ac:spMk id="5" creationId="{782C55D0-5422-70F5-255B-0D68F76AEB80}"/>
          </ac:spMkLst>
        </pc:spChg>
        <pc:picChg chg="add mod">
          <ac:chgData name="DANDAN KING" userId="965e0f77dc74b9b0" providerId="LiveId" clId="{BE8F9BFB-09FA-412B-99E4-7B447242E85C}" dt="2025-05-06T18:53:10.195" v="3287"/>
          <ac:picMkLst>
            <pc:docMk/>
            <pc:sldMk cId="661611867" sldId="273"/>
            <ac:picMk id="3" creationId="{FB2CA570-B2D1-2E7F-54C6-9772C9CB2D5C}"/>
          </ac:picMkLst>
        </pc:picChg>
        <pc:picChg chg="add mod">
          <ac:chgData name="DANDAN KING" userId="965e0f77dc74b9b0" providerId="LiveId" clId="{BE8F9BFB-09FA-412B-99E4-7B447242E85C}" dt="2025-05-06T18:56:42.170" v="3317" actId="1076"/>
          <ac:picMkLst>
            <pc:docMk/>
            <pc:sldMk cId="661611867" sldId="273"/>
            <ac:picMk id="7" creationId="{CE69D056-0F51-2980-E9FD-7509539A8348}"/>
          </ac:picMkLst>
        </pc:picChg>
        <pc:picChg chg="add mod">
          <ac:chgData name="DANDAN KING" userId="965e0f77dc74b9b0" providerId="LiveId" clId="{BE8F9BFB-09FA-412B-99E4-7B447242E85C}" dt="2025-05-06T18:56:34.229" v="3314" actId="1076"/>
          <ac:picMkLst>
            <pc:docMk/>
            <pc:sldMk cId="661611867" sldId="273"/>
            <ac:picMk id="9" creationId="{703AB4BE-84DB-87DF-F9B6-333070A85D19}"/>
          </ac:picMkLst>
        </pc:picChg>
      </pc:sldChg>
      <pc:sldChg chg="addSp delSp modSp new mod">
        <pc:chgData name="DANDAN KING" userId="965e0f77dc74b9b0" providerId="LiveId" clId="{BE8F9BFB-09FA-412B-99E4-7B447242E85C}" dt="2025-05-06T18:58:02.926" v="3329" actId="478"/>
        <pc:sldMkLst>
          <pc:docMk/>
          <pc:sldMk cId="2404342299" sldId="274"/>
        </pc:sldMkLst>
        <pc:spChg chg="del mod">
          <ac:chgData name="DANDAN KING" userId="965e0f77dc74b9b0" providerId="LiveId" clId="{BE8F9BFB-09FA-412B-99E4-7B447242E85C}" dt="2025-05-06T18:58:02.926" v="3329" actId="478"/>
          <ac:spMkLst>
            <pc:docMk/>
            <pc:sldMk cId="2404342299" sldId="274"/>
            <ac:spMk id="2" creationId="{0FB1981D-705B-1253-E082-AFEB04B3C2B0}"/>
          </ac:spMkLst>
        </pc:spChg>
        <pc:picChg chg="add mod">
          <ac:chgData name="DANDAN KING" userId="965e0f77dc74b9b0" providerId="LiveId" clId="{BE8F9BFB-09FA-412B-99E4-7B447242E85C}" dt="2025-05-06T18:56:50.986" v="3319"/>
          <ac:picMkLst>
            <pc:docMk/>
            <pc:sldMk cId="2404342299" sldId="274"/>
            <ac:picMk id="3" creationId="{170C72FA-DD68-8ED3-472C-16718704A6AA}"/>
          </ac:picMkLst>
        </pc:picChg>
        <pc:picChg chg="add mod">
          <ac:chgData name="DANDAN KING" userId="965e0f77dc74b9b0" providerId="LiveId" clId="{BE8F9BFB-09FA-412B-99E4-7B447242E85C}" dt="2025-05-06T18:57:02.206" v="3324" actId="1076"/>
          <ac:picMkLst>
            <pc:docMk/>
            <pc:sldMk cId="2404342299" sldId="274"/>
            <ac:picMk id="5" creationId="{797FC679-86E4-ECFF-E0C2-9BCC0101DECC}"/>
          </ac:picMkLst>
        </pc:picChg>
        <pc:picChg chg="add mod">
          <ac:chgData name="DANDAN KING" userId="965e0f77dc74b9b0" providerId="LiveId" clId="{BE8F9BFB-09FA-412B-99E4-7B447242E85C}" dt="2025-05-06T18:57:57.505" v="3327" actId="1076"/>
          <ac:picMkLst>
            <pc:docMk/>
            <pc:sldMk cId="2404342299" sldId="274"/>
            <ac:picMk id="7" creationId="{5ADE6C72-A4FB-97C1-26E8-8B9D34CDC818}"/>
          </ac:picMkLst>
        </pc:picChg>
      </pc:sldChg>
      <pc:sldChg chg="addSp delSp modSp new mod">
        <pc:chgData name="DANDAN KING" userId="965e0f77dc74b9b0" providerId="LiveId" clId="{BE8F9BFB-09FA-412B-99E4-7B447242E85C}" dt="2025-05-06T18:59:12.833" v="3352" actId="478"/>
        <pc:sldMkLst>
          <pc:docMk/>
          <pc:sldMk cId="3775936448" sldId="275"/>
        </pc:sldMkLst>
        <pc:spChg chg="del">
          <ac:chgData name="DANDAN KING" userId="965e0f77dc74b9b0" providerId="LiveId" clId="{BE8F9BFB-09FA-412B-99E4-7B447242E85C}" dt="2025-05-06T18:59:12.833" v="3352" actId="478"/>
          <ac:spMkLst>
            <pc:docMk/>
            <pc:sldMk cId="3775936448" sldId="275"/>
            <ac:spMk id="2" creationId="{D2353338-F4E3-7E0D-432E-DDD8CD2EB4F2}"/>
          </ac:spMkLst>
        </pc:spChg>
        <pc:picChg chg="add mod">
          <ac:chgData name="DANDAN KING" userId="965e0f77dc74b9b0" providerId="LiveId" clId="{BE8F9BFB-09FA-412B-99E4-7B447242E85C}" dt="2025-05-06T18:58:35.483" v="3338"/>
          <ac:picMkLst>
            <pc:docMk/>
            <pc:sldMk cId="3775936448" sldId="275"/>
            <ac:picMk id="3" creationId="{E060BD70-13F5-561F-78A5-F19A040FC5D8}"/>
          </ac:picMkLst>
        </pc:picChg>
        <pc:picChg chg="add mod">
          <ac:chgData name="DANDAN KING" userId="965e0f77dc74b9b0" providerId="LiveId" clId="{BE8F9BFB-09FA-412B-99E4-7B447242E85C}" dt="2025-05-06T18:59:06.391" v="3350" actId="14100"/>
          <ac:picMkLst>
            <pc:docMk/>
            <pc:sldMk cId="3775936448" sldId="275"/>
            <ac:picMk id="5" creationId="{DF546D4B-5E57-B5A7-F658-299ADDFC1875}"/>
          </ac:picMkLst>
        </pc:picChg>
        <pc:picChg chg="add mod">
          <ac:chgData name="DANDAN KING" userId="965e0f77dc74b9b0" providerId="LiveId" clId="{BE8F9BFB-09FA-412B-99E4-7B447242E85C}" dt="2025-05-06T18:59:08.158" v="3351" actId="1076"/>
          <ac:picMkLst>
            <pc:docMk/>
            <pc:sldMk cId="3775936448" sldId="275"/>
            <ac:picMk id="7" creationId="{EB8A3B24-9231-2BC7-AC33-810AB9361B0A}"/>
          </ac:picMkLst>
        </pc:picChg>
      </pc:sldChg>
      <pc:sldChg chg="addSp delSp modSp new mod modClrScheme chgLayout">
        <pc:chgData name="DANDAN KING" userId="965e0f77dc74b9b0" providerId="LiveId" clId="{BE8F9BFB-09FA-412B-99E4-7B447242E85C}" dt="2025-05-06T19:00:29.996" v="3391" actId="1076"/>
        <pc:sldMkLst>
          <pc:docMk/>
          <pc:sldMk cId="3521368839" sldId="276"/>
        </pc:sldMkLst>
        <pc:spChg chg="mod ord">
          <ac:chgData name="DANDAN KING" userId="965e0f77dc74b9b0" providerId="LiveId" clId="{BE8F9BFB-09FA-412B-99E4-7B447242E85C}" dt="2025-05-06T18:59:34.384" v="3354" actId="700"/>
          <ac:spMkLst>
            <pc:docMk/>
            <pc:sldMk cId="3521368839" sldId="276"/>
            <ac:spMk id="2" creationId="{8329C8DB-97C2-A8DD-4BAA-79914215DA1A}"/>
          </ac:spMkLst>
        </pc:spChg>
        <pc:spChg chg="add del mod ord">
          <ac:chgData name="DANDAN KING" userId="965e0f77dc74b9b0" providerId="LiveId" clId="{BE8F9BFB-09FA-412B-99E4-7B447242E85C}" dt="2025-05-06T18:59:50.728" v="3356" actId="478"/>
          <ac:spMkLst>
            <pc:docMk/>
            <pc:sldMk cId="3521368839" sldId="276"/>
            <ac:spMk id="3" creationId="{805838F0-002C-375C-36AD-EA6E3943369B}"/>
          </ac:spMkLst>
        </pc:spChg>
        <pc:spChg chg="add del mod ord">
          <ac:chgData name="DANDAN KING" userId="965e0f77dc74b9b0" providerId="LiveId" clId="{BE8F9BFB-09FA-412B-99E4-7B447242E85C}" dt="2025-05-06T19:00:02.032" v="3368" actId="478"/>
          <ac:spMkLst>
            <pc:docMk/>
            <pc:sldMk cId="3521368839" sldId="276"/>
            <ac:spMk id="4" creationId="{BC3D4167-45B5-6AA7-4943-14C1B91C44A9}"/>
          </ac:spMkLst>
        </pc:spChg>
        <pc:spChg chg="add del mod">
          <ac:chgData name="DANDAN KING" userId="965e0f77dc74b9b0" providerId="LiveId" clId="{BE8F9BFB-09FA-412B-99E4-7B447242E85C}" dt="2025-05-06T19:00:02.900" v="3369" actId="478"/>
          <ac:spMkLst>
            <pc:docMk/>
            <pc:sldMk cId="3521368839" sldId="276"/>
            <ac:spMk id="7" creationId="{7B9667B7-01E9-652A-9F7A-147146E911F9}"/>
          </ac:spMkLst>
        </pc:spChg>
        <pc:spChg chg="add mod">
          <ac:chgData name="DANDAN KING" userId="965e0f77dc74b9b0" providerId="LiveId" clId="{BE8F9BFB-09FA-412B-99E4-7B447242E85C}" dt="2025-05-06T19:00:29.996" v="3391" actId="1076"/>
          <ac:spMkLst>
            <pc:docMk/>
            <pc:sldMk cId="3521368839" sldId="276"/>
            <ac:spMk id="8" creationId="{03272FD8-D6FE-907C-4D67-7CA82DA01562}"/>
          </ac:spMkLst>
        </pc:spChg>
        <pc:picChg chg="add mod">
          <ac:chgData name="DANDAN KING" userId="965e0f77dc74b9b0" providerId="LiveId" clId="{BE8F9BFB-09FA-412B-99E4-7B447242E85C}" dt="2025-05-06T18:59:45.671" v="3355"/>
          <ac:picMkLst>
            <pc:docMk/>
            <pc:sldMk cId="3521368839" sldId="276"/>
            <ac:picMk id="5" creationId="{760A834B-2158-7F8F-1192-598EF696C49C}"/>
          </ac:picMkLst>
        </pc:picChg>
      </pc:sldChg>
      <pc:sldMasterChg chg="setBg modSldLayout">
        <pc:chgData name="DANDAN KING" userId="965e0f77dc74b9b0" providerId="LiveId" clId="{BE8F9BFB-09FA-412B-99E4-7B447242E85C}" dt="2025-05-06T16:56:09.749" v="444"/>
        <pc:sldMasterMkLst>
          <pc:docMk/>
          <pc:sldMasterMk cId="3034982234" sldId="2147483746"/>
        </pc:sldMasterMkLst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811860513" sldId="2147483732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2001422672" sldId="2147483733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1933282235" sldId="2147483734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523267730" sldId="2147483735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1672269861" sldId="2147483736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761827292" sldId="2147483737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3068194699" sldId="2147483738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4256663047" sldId="2147483743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3304162564" sldId="2147483747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4258331492" sldId="2147483748"/>
          </pc:sldLayoutMkLst>
        </pc:sldLayoutChg>
        <pc:sldLayoutChg chg="setBg">
          <pc:chgData name="DANDAN KING" userId="965e0f77dc74b9b0" providerId="LiveId" clId="{BE8F9BFB-09FA-412B-99E4-7B447242E85C}" dt="2025-05-06T16:56:09.749" v="444"/>
          <pc:sldLayoutMkLst>
            <pc:docMk/>
            <pc:sldMasterMk cId="3034982234" sldId="2147483746"/>
            <pc:sldLayoutMk cId="892670607" sldId="214748374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3A8DBB9-FF4D-4FDA-AD34-27FA86519578}" type="datetime1">
              <a:rPr lang="zh-CN" altLang="en-US" smtClean="0"/>
              <a:t>2025/5/7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E1CCE20-FD2F-40C5-ABE3-3369F20AA0E6}" type="datetime1">
              <a:rPr lang="zh-CN" altLang="en-US" smtClean="0"/>
              <a:t>2025/5/7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/>
              <a:t>单击此处编辑母版文本样式</a:t>
            </a:r>
            <a:endParaRPr lang="en-US"/>
          </a:p>
          <a:p>
            <a:pPr lvl="1" rtl="0"/>
            <a:r>
              <a:rPr lang="zh-cn"/>
              <a:t>第二级</a:t>
            </a:r>
          </a:p>
          <a:p>
            <a:pPr lvl="2" rtl="0"/>
            <a:r>
              <a:rPr lang="zh-cn"/>
              <a:t>第三级</a:t>
            </a:r>
          </a:p>
          <a:p>
            <a:pPr lvl="3" rtl="0"/>
            <a:r>
              <a:rPr lang="zh-cn"/>
              <a:t>第四级</a:t>
            </a:r>
          </a:p>
          <a:p>
            <a:pPr lvl="4" rtl="0"/>
            <a:r>
              <a:rPr lang="zh-cn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03234F-2943-4AD6-8E73-34C216403FC9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24A4C0A-F292-41BE-9CD1-530467B1B9F8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cxnSp>
        <p:nvCxnSpPr>
          <p:cNvPr id="9" name="直接连接符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31630FC-7090-4D1C-93D5-113C82941F4E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EDFCFC-F8E9-4049-95DD-C79391CC7BFF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幻灯片编号占位符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BE5E81-E012-42C1-892B-1E2892457684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A05DBCF-E3D4-4FC7-9203-C0C05B2BAA55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长方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910A522-F0F5-43AE-870D-B1652467F5E7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571CF06-CFCF-4651-AD58-EA72AF9A9AA5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A78803E1-1726-4879-80E3-452B390141DD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8B044-5115-4C63-8F06-0D627F0729F0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长方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E476C3-78BD-40CB-9C6F-0D41DD7E1D50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56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长方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cn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dirty="0"/>
              <a:t>单击此处编辑母版文本样式</a:t>
            </a:r>
          </a:p>
          <a:p>
            <a:pPr lvl="1" rtl="0"/>
            <a:r>
              <a:rPr lang="zh-cn" dirty="0"/>
              <a:t>第二级</a:t>
            </a:r>
          </a:p>
          <a:p>
            <a:pPr lvl="2" rtl="0"/>
            <a:r>
              <a:rPr lang="zh-cn" dirty="0"/>
              <a:t>第三级</a:t>
            </a:r>
          </a:p>
          <a:p>
            <a:pPr lvl="3" rtl="0"/>
            <a:r>
              <a:rPr lang="zh-cn" dirty="0"/>
              <a:t>第四级</a:t>
            </a:r>
          </a:p>
          <a:p>
            <a:pPr lvl="4" rtl="0"/>
            <a:r>
              <a:rPr lang="zh-cn" dirty="0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4ECCA8BC-1B61-46E2-9581-00FC2FDA063C}" type="datetime1">
              <a:rPr lang="zh-CN" altLang="en-US" smtClean="0"/>
              <a:t>2025/5/7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接连接符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新宋体" panose="02010609030101010101" pitchFamily="49" charset="-122"/>
          <a:ea typeface="新宋体" panose="02010609030101010101" pitchFamily="49" charset="-122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长方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3" y="1203435"/>
            <a:ext cx="6607656" cy="861646"/>
          </a:xfrm>
        </p:spPr>
        <p:txBody>
          <a:bodyPr rtlCol="0">
            <a:normAutofit/>
          </a:bodyPr>
          <a:lstStyle/>
          <a:p>
            <a:pPr rtl="0"/>
            <a:r>
              <a:rPr lang="zh-CN" altLang="en-US" sz="4800" dirty="0"/>
              <a:t>软件工程中期汇报</a:t>
            </a:r>
            <a:endParaRPr lang="zh-cn" sz="48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7754" y="4792920"/>
            <a:ext cx="6269347" cy="1514095"/>
          </a:xfrm>
        </p:spPr>
        <p:txBody>
          <a:bodyPr rtlCol="0">
            <a:normAutofit fontScale="92500" lnSpcReduction="10000"/>
          </a:bodyPr>
          <a:lstStyle/>
          <a:p>
            <a:pPr rtl="0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汇报小组成员：杨听捷 王舒贤 冯晷轩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rtl="0"/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指导老师：张</a:t>
            </a:r>
            <a:r>
              <a:rPr lang="zh-CN" altLang="en-US" sz="2400" spc="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琛</a:t>
            </a:r>
            <a:endParaRPr lang="en-US" altLang="zh-CN" sz="2400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rtl="0"/>
            <a:r>
              <a:rPr lang="zh-CN" altLang="en-US" sz="2400" dirty="0"/>
              <a:t>计算机科学与技术学院</a:t>
            </a:r>
            <a:endParaRPr lang="zh-cn" sz="2400" dirty="0"/>
          </a:p>
        </p:txBody>
      </p:sp>
      <p:pic>
        <p:nvPicPr>
          <p:cNvPr id="5" name="图片 4" descr="一张显示了建筑物、坐姿、长凳和侧边的图片&#10;&#10;说明自动生成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直接连接符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文本&#10;&#10;描述已自动生成">
            <a:extLst>
              <a:ext uri="{FF2B5EF4-FFF2-40B4-BE49-F238E27FC236}">
                <a16:creationId xmlns:a16="http://schemas.microsoft.com/office/drawing/2014/main" id="{E07550F4-A744-8888-C86C-23D30B0F98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753" y="74760"/>
            <a:ext cx="3558964" cy="95486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EB816F6-E3FB-4F19-64DD-2C094D40D7A0}"/>
              </a:ext>
            </a:extLst>
          </p:cNvPr>
          <p:cNvSpPr txBox="1"/>
          <p:nvPr/>
        </p:nvSpPr>
        <p:spPr>
          <a:xfrm>
            <a:off x="5289753" y="245100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srgbClr val="00B0F0"/>
                </a:solidFill>
              </a:rPr>
              <a:t>大模型</a:t>
            </a:r>
            <a:r>
              <a:rPr lang="zh-CN" altLang="en-US" sz="4800" dirty="0">
                <a:solidFill>
                  <a:srgbClr val="00B0F0"/>
                </a:solidFill>
              </a:rPr>
              <a:t>交</a:t>
            </a:r>
            <a:r>
              <a:rPr lang="zh-CN" altLang="en-US" sz="4400" dirty="0">
                <a:solidFill>
                  <a:srgbClr val="00B0F0"/>
                </a:solidFill>
              </a:rPr>
              <a:t>叉咨询系统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长方形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0E63E5E-50CA-3EF1-C443-F33AFD652CDB}"/>
              </a:ext>
            </a:extLst>
          </p:cNvPr>
          <p:cNvSpPr/>
          <p:nvPr/>
        </p:nvSpPr>
        <p:spPr>
          <a:xfrm>
            <a:off x="-1541" y="-45879"/>
            <a:ext cx="5898266" cy="6903879"/>
          </a:xfrm>
          <a:prstGeom prst="roundRect">
            <a:avLst>
              <a:gd name="adj" fmla="val 6840"/>
            </a:avLst>
          </a:prstGeom>
          <a:solidFill>
            <a:srgbClr val="004182"/>
          </a:solidFill>
          <a:ln w="38100">
            <a:solidFill>
              <a:schemeClr val="bg1"/>
            </a:solidFill>
          </a:ln>
          <a:effectLst>
            <a:outerShdw blurRad="660400" dist="215900" dir="2700000" algn="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/>
            <a:endParaRPr lang="zh-CN" altLang="en-US" sz="1440">
              <a:latin typeface="+mj-ea"/>
              <a:ea typeface="+mj-ea"/>
            </a:endParaRPr>
          </a:p>
        </p:txBody>
      </p:sp>
      <p:sp>
        <p:nvSpPr>
          <p:cNvPr id="49" name="长方形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57B5CD4-1099-46A4-8902-9846A303955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295275" y="396101"/>
            <a:ext cx="4452873" cy="1799258"/>
          </a:xfrm>
          <a:prstGeom prst="roundRect">
            <a:avLst>
              <a:gd name="adj" fmla="val 7800"/>
            </a:avLst>
          </a:prstGeom>
          <a:solidFill>
            <a:schemeClr val="lt1"/>
          </a:solidFill>
          <a:ln>
            <a:noFill/>
          </a:ln>
          <a:effectLst>
            <a:outerShdw blurRad="825500" dist="381000" dir="2700000" algn="ctr" rotWithShape="0">
              <a:srgbClr val="2B2B2B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zh-CN" altLang="en-US" sz="1945" dirty="0"/>
              <a:t>希   </a:t>
            </a:r>
            <a:r>
              <a:rPr lang="zh-CN" altLang="en-US" sz="4800" dirty="0">
                <a:solidFill>
                  <a:schemeClr val="tx1"/>
                </a:solidFill>
              </a:rPr>
              <a:t>需求分析</a:t>
            </a:r>
            <a:r>
              <a:rPr lang="zh-CN" altLang="en-US" sz="4800" dirty="0"/>
              <a:t>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82D12E4-088E-62FE-D976-707218B03B8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637310" y="2764163"/>
            <a:ext cx="4452873" cy="1799258"/>
          </a:xfrm>
          <a:prstGeom prst="roundRect">
            <a:avLst>
              <a:gd name="adj" fmla="val 7800"/>
            </a:avLst>
          </a:prstGeom>
          <a:solidFill>
            <a:schemeClr val="lt1"/>
          </a:solidFill>
          <a:ln>
            <a:noFill/>
          </a:ln>
          <a:effectLst>
            <a:outerShdw blurRad="825500" dist="381000" dir="2700000" algn="ctr" rotWithShape="0">
              <a:srgbClr val="2B2B2B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zh-CN" altLang="en-US" sz="4800" dirty="0">
                <a:solidFill>
                  <a:schemeClr val="tx1"/>
                </a:solidFill>
              </a:rPr>
              <a:t>功能性需求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873D72B-7B8A-1947-BD29-87D644D8007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6295276" y="2764163"/>
            <a:ext cx="4452873" cy="1799258"/>
          </a:xfrm>
          <a:prstGeom prst="roundRect">
            <a:avLst>
              <a:gd name="adj" fmla="val 7800"/>
            </a:avLst>
          </a:prstGeom>
          <a:solidFill>
            <a:schemeClr val="lt1"/>
          </a:solidFill>
          <a:ln>
            <a:noFill/>
          </a:ln>
          <a:effectLst>
            <a:outerShdw blurRad="825500" dist="381000" dir="2700000" algn="ctr" rotWithShape="0">
              <a:srgbClr val="2B2B2B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zh-CN" altLang="en-US" sz="4800" dirty="0">
                <a:solidFill>
                  <a:schemeClr val="tx1"/>
                </a:solidFill>
              </a:rPr>
              <a:t>非功能性需求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650D9B2-2A6D-F586-D2A7-A8D200F6380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37310" y="396101"/>
            <a:ext cx="4452873" cy="1799258"/>
          </a:xfrm>
          <a:prstGeom prst="roundRect">
            <a:avLst>
              <a:gd name="adj" fmla="val 7800"/>
            </a:avLst>
          </a:prstGeom>
          <a:solidFill>
            <a:schemeClr val="lt1"/>
          </a:solidFill>
          <a:ln>
            <a:noFill/>
          </a:ln>
          <a:effectLst>
            <a:outerShdw blurRad="825500" dist="381000" dir="2700000" algn="ctr" rotWithShape="0">
              <a:srgbClr val="2B2B2B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r>
              <a:rPr lang="zh-CN" altLang="en-US" sz="1945" dirty="0">
                <a:solidFill>
                  <a:schemeClr val="tx1"/>
                </a:solidFill>
              </a:rPr>
              <a:t>        </a:t>
            </a:r>
            <a:r>
              <a:rPr lang="zh-CN" altLang="en-US" sz="4800" dirty="0">
                <a:solidFill>
                  <a:schemeClr val="tx1"/>
                </a:solidFill>
              </a:rPr>
              <a:t>项目背景</a:t>
            </a:r>
            <a:r>
              <a:rPr lang="zh-CN" altLang="en-US" sz="1945" dirty="0"/>
              <a:t>像话吗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1DD9638-E52C-AD81-1BF3-3621E7FB1E27}"/>
              </a:ext>
            </a:extLst>
          </p:cNvPr>
          <p:cNvSpPr txBox="1"/>
          <p:nvPr/>
        </p:nvSpPr>
        <p:spPr>
          <a:xfrm>
            <a:off x="953833" y="5397668"/>
            <a:ext cx="4857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</a:rPr>
              <a:t>汇报目录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E50A66F5-4D6C-9500-8F53-3FF91686E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798" y="2322014"/>
            <a:ext cx="7044686" cy="3743005"/>
          </a:xfrm>
          <a:prstGeom prst="rect">
            <a:avLst/>
          </a:prstGeom>
        </p:spPr>
      </p:pic>
      <p:pic>
        <p:nvPicPr>
          <p:cNvPr id="8" name="图片 7" descr="文本&#10;&#10;描述已自动生成">
            <a:extLst>
              <a:ext uri="{FF2B5EF4-FFF2-40B4-BE49-F238E27FC236}">
                <a16:creationId xmlns:a16="http://schemas.microsoft.com/office/drawing/2014/main" id="{71522D31-C011-5C02-309A-6B8374B08B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80" y="380108"/>
            <a:ext cx="4805103" cy="128919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99358A5-E019-775E-5B1A-AA873FD7145F}"/>
              </a:ext>
            </a:extLst>
          </p:cNvPr>
          <p:cNvSpPr txBox="1"/>
          <p:nvPr/>
        </p:nvSpPr>
        <p:spPr>
          <a:xfrm>
            <a:off x="997180" y="2322014"/>
            <a:ext cx="74149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项目背景</a:t>
            </a:r>
          </a:p>
        </p:txBody>
      </p:sp>
    </p:spTree>
    <p:extLst>
      <p:ext uri="{BB962C8B-B14F-4D97-AF65-F5344CB8AC3E}">
        <p14:creationId xmlns:p14="http://schemas.microsoft.com/office/powerpoint/2010/main" val="4135490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6EF70-FDBF-54BB-4549-894A0B224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FE231F4-84CD-1CEB-F927-2D0149766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767" y="432262"/>
            <a:ext cx="10673542" cy="4030958"/>
          </a:xfrm>
          <a:prstGeom prst="rect">
            <a:avLst/>
          </a:prstGeom>
          <a:effectLst>
            <a:softEdge rad="0"/>
          </a:effectLst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D655955B-4BE9-480C-C35B-7DA00FB71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767" y="4655286"/>
            <a:ext cx="10673542" cy="1640006"/>
          </a:xfrm>
        </p:spPr>
        <p:txBody>
          <a:bodyPr rtlCol="0">
            <a:normAutofit fontScale="92500" lnSpcReduction="20000"/>
          </a:bodyPr>
          <a:lstStyle/>
          <a:p>
            <a:pPr rtl="0"/>
            <a:r>
              <a:rPr lang="zh-CN" altLang="en-US" dirty="0">
                <a:solidFill>
                  <a:srgbClr val="002060"/>
                </a:solidFill>
              </a:rPr>
              <a:t>随着</a:t>
            </a:r>
            <a:r>
              <a:rPr lang="en-US" altLang="zh-CN" dirty="0">
                <a:solidFill>
                  <a:srgbClr val="002060"/>
                </a:solidFill>
              </a:rPr>
              <a:t>AI</a:t>
            </a:r>
            <a:r>
              <a:rPr lang="zh-CN" altLang="en-US" dirty="0">
                <a:solidFill>
                  <a:srgbClr val="002060"/>
                </a:solidFill>
              </a:rPr>
              <a:t>的发展和普及，</a:t>
            </a:r>
            <a:r>
              <a:rPr lang="en-US" altLang="zh-CN" dirty="0">
                <a:solidFill>
                  <a:srgbClr val="002060"/>
                </a:solidFill>
              </a:rPr>
              <a:t>ChatGPT</a:t>
            </a:r>
            <a:r>
              <a:rPr lang="zh-CN" altLang="en-US" dirty="0">
                <a:solidFill>
                  <a:srgbClr val="002060"/>
                </a:solidFill>
              </a:rPr>
              <a:t>，豆包，</a:t>
            </a:r>
            <a:r>
              <a:rPr lang="en-US" altLang="zh-CN" dirty="0" err="1">
                <a:solidFill>
                  <a:srgbClr val="002060"/>
                </a:solidFill>
              </a:rPr>
              <a:t>deepseek</a:t>
            </a:r>
            <a:r>
              <a:rPr lang="zh-CN" altLang="en-US" dirty="0">
                <a:solidFill>
                  <a:srgbClr val="002060"/>
                </a:solidFill>
              </a:rPr>
              <a:t>等大模型已经融入了人们的生活，为大家的学习和工作带来了极大的便利。但是，</a:t>
            </a:r>
            <a:r>
              <a:rPr lang="en-US" altLang="zh-CN" dirty="0">
                <a:solidFill>
                  <a:srgbClr val="002060"/>
                </a:solidFill>
              </a:rPr>
              <a:t>ai</a:t>
            </a:r>
            <a:r>
              <a:rPr lang="zh-CN" altLang="en-US" dirty="0">
                <a:solidFill>
                  <a:srgbClr val="002060"/>
                </a:solidFill>
              </a:rPr>
              <a:t>在很多问题的处理上仍然存在缺陷，有很严重的幻觉。为了能通过</a:t>
            </a:r>
            <a:r>
              <a:rPr lang="en-US" altLang="zh-CN" dirty="0">
                <a:solidFill>
                  <a:srgbClr val="002060"/>
                </a:solidFill>
              </a:rPr>
              <a:t>ai</a:t>
            </a:r>
            <a:r>
              <a:rPr lang="zh-CN" altLang="en-US" dirty="0">
                <a:solidFill>
                  <a:srgbClr val="002060"/>
                </a:solidFill>
              </a:rPr>
              <a:t>获取正确精准而快速的回复，我们决定制作一个轻量化的大语言模型交叉咨询系统，能通过多个大语言模型交叉对问题进行优化和确定</a:t>
            </a:r>
            <a:endParaRPr lang="zh-c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979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D5503-E253-8F48-5872-A680C5711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844" y="380108"/>
            <a:ext cx="3392658" cy="874821"/>
          </a:xfrm>
        </p:spPr>
        <p:txBody>
          <a:bodyPr>
            <a:normAutofit/>
          </a:bodyPr>
          <a:lstStyle/>
          <a:p>
            <a:r>
              <a:rPr lang="zh-CN" altLang="en-US" sz="4800" dirty="0"/>
              <a:t>需求分析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CADD68A-1837-DFA6-AE92-1ED7011891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08199"/>
            <a:ext cx="10058400" cy="4233985"/>
          </a:xfr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6350DF-D7FA-506B-DD21-FF7C88E3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24A4C0A-F292-41BE-9CD1-530467B1B9F8}" type="datetime1">
              <a:rPr lang="zh-CN" altLang="en-US" smtClean="0"/>
              <a:t>2025/5/7</a:t>
            </a:fld>
            <a:endParaRPr lang="en-US" dirty="0"/>
          </a:p>
        </p:txBody>
      </p:sp>
      <p:pic>
        <p:nvPicPr>
          <p:cNvPr id="7" name="图片 6" descr="文本&#10;&#10;描述已自动生成">
            <a:extLst>
              <a:ext uri="{FF2B5EF4-FFF2-40B4-BE49-F238E27FC236}">
                <a16:creationId xmlns:a16="http://schemas.microsoft.com/office/drawing/2014/main" id="{1052DA26-0469-9465-0F66-1903B41FC3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80" y="380108"/>
            <a:ext cx="4805103" cy="128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117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1546E-DFEB-00D3-251B-661B0208C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577" y="525502"/>
            <a:ext cx="4939723" cy="820698"/>
          </a:xfrm>
        </p:spPr>
        <p:txBody>
          <a:bodyPr/>
          <a:lstStyle/>
          <a:p>
            <a:r>
              <a:rPr lang="zh-CN" altLang="en-US" dirty="0"/>
              <a:t>需求获取途径</a:t>
            </a:r>
          </a:p>
        </p:txBody>
      </p:sp>
      <p:pic>
        <p:nvPicPr>
          <p:cNvPr id="6" name="图片 5" descr="文本&#10;&#10;描述已自动生成">
            <a:extLst>
              <a:ext uri="{FF2B5EF4-FFF2-40B4-BE49-F238E27FC236}">
                <a16:creationId xmlns:a16="http://schemas.microsoft.com/office/drawing/2014/main" id="{3C84DFC3-EC61-A538-26B6-D51C24C48F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80" y="359130"/>
            <a:ext cx="4805103" cy="1289198"/>
          </a:xfrm>
          <a:prstGeom prst="rect">
            <a:avLst/>
          </a:prstGeom>
        </p:spPr>
      </p:pic>
      <p:sp>
        <p:nvSpPr>
          <p:cNvPr id="7" name="内容占位符 6">
            <a:extLst>
              <a:ext uri="{FF2B5EF4-FFF2-40B4-BE49-F238E27FC236}">
                <a16:creationId xmlns:a16="http://schemas.microsoft.com/office/drawing/2014/main" id="{34358972-44FE-756A-8653-DAF757D47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6125"/>
            <a:ext cx="762000" cy="7651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46000">
                <a:srgbClr val="004182"/>
              </a:gs>
            </a:gsLst>
            <a:lin ang="2700000" scaled="1"/>
            <a:tileRect/>
          </a:gradFill>
          <a:ln>
            <a:noFill/>
          </a:ln>
          <a:effectLst>
            <a:outerShdw blurRad="1270000" dist="50800" dir="5400000" algn="ctr" rotWithShape="0">
              <a:schemeClr val="accent2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zh-CN" dirty="0">
                <a:latin typeface="+mj-ea"/>
                <a:ea typeface="+mj-ea"/>
              </a:rPr>
              <a:t>1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8" name="内容占位符 6">
            <a:extLst>
              <a:ext uri="{FF2B5EF4-FFF2-40B4-BE49-F238E27FC236}">
                <a16:creationId xmlns:a16="http://schemas.microsoft.com/office/drawing/2014/main" id="{7D09FB98-CA24-BA8E-924A-AC2BCAB9B4DD}"/>
              </a:ext>
            </a:extLst>
          </p:cNvPr>
          <p:cNvSpPr txBox="1">
            <a:spLocks/>
          </p:cNvSpPr>
          <p:nvPr/>
        </p:nvSpPr>
        <p:spPr>
          <a:xfrm>
            <a:off x="1066800" y="3046412"/>
            <a:ext cx="762000" cy="7651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46000">
                <a:srgbClr val="004182"/>
              </a:gs>
            </a:gsLst>
            <a:lin ang="2700000" scaled="1"/>
            <a:tileRect/>
          </a:gradFill>
          <a:ln w="15875" cap="flat" cmpd="sng" algn="ctr">
            <a:noFill/>
            <a:prstDash val="solid"/>
          </a:ln>
          <a:effectLst>
            <a:outerShdw blurRad="1270000" dist="50800" dir="5400000" algn="ctr" rotWithShape="0">
              <a:schemeClr val="accent2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US" altLang="zh-CN" dirty="0">
                <a:latin typeface="+mj-ea"/>
                <a:ea typeface="+mj-ea"/>
              </a:rPr>
              <a:t>2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9" name="内容占位符 6">
            <a:extLst>
              <a:ext uri="{FF2B5EF4-FFF2-40B4-BE49-F238E27FC236}">
                <a16:creationId xmlns:a16="http://schemas.microsoft.com/office/drawing/2014/main" id="{5E650B42-ECAE-3CDC-24C2-77D99440141C}"/>
              </a:ext>
            </a:extLst>
          </p:cNvPr>
          <p:cNvSpPr txBox="1">
            <a:spLocks/>
          </p:cNvSpPr>
          <p:nvPr/>
        </p:nvSpPr>
        <p:spPr>
          <a:xfrm>
            <a:off x="1066800" y="4076699"/>
            <a:ext cx="762000" cy="7651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46000">
                <a:srgbClr val="004182"/>
              </a:gs>
            </a:gsLst>
            <a:lin ang="2700000" scaled="1"/>
            <a:tileRect/>
          </a:gradFill>
          <a:ln w="15875" cap="flat" cmpd="sng" algn="ctr">
            <a:noFill/>
            <a:prstDash val="solid"/>
          </a:ln>
          <a:effectLst>
            <a:outerShdw blurRad="1270000" dist="50800" dir="5400000" algn="ctr" rotWithShape="0">
              <a:schemeClr val="accent2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US" altLang="zh-CN" dirty="0">
                <a:latin typeface="+mj-ea"/>
                <a:ea typeface="+mj-ea"/>
              </a:rPr>
              <a:t>3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0" name="内容占位符 6">
            <a:extLst>
              <a:ext uri="{FF2B5EF4-FFF2-40B4-BE49-F238E27FC236}">
                <a16:creationId xmlns:a16="http://schemas.microsoft.com/office/drawing/2014/main" id="{639C9F00-CADB-A396-DDFA-6E1264F78ACE}"/>
              </a:ext>
            </a:extLst>
          </p:cNvPr>
          <p:cNvSpPr txBox="1">
            <a:spLocks/>
          </p:cNvSpPr>
          <p:nvPr/>
        </p:nvSpPr>
        <p:spPr>
          <a:xfrm>
            <a:off x="1066800" y="5106986"/>
            <a:ext cx="762000" cy="765175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2"/>
              </a:gs>
              <a:gs pos="46000">
                <a:srgbClr val="004182"/>
              </a:gs>
            </a:gsLst>
            <a:lin ang="2700000" scaled="1"/>
            <a:tileRect/>
          </a:gradFill>
          <a:ln w="15875" cap="flat" cmpd="sng" algn="ctr">
            <a:noFill/>
            <a:prstDash val="solid"/>
          </a:ln>
          <a:effectLst>
            <a:outerShdw blurRad="1270000" dist="50800" dir="5400000" algn="ctr" rotWithShape="0">
              <a:schemeClr val="accent2"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US" altLang="zh-CN" dirty="0">
                <a:latin typeface="+mj-ea"/>
                <a:ea typeface="+mj-ea"/>
              </a:rPr>
              <a:t>4</a:t>
            </a:r>
            <a:endParaRPr lang="zh-CN" altLang="en-US" dirty="0">
              <a:latin typeface="+mj-ea"/>
              <a:ea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9315B4-F48F-6E74-0574-D79A1092D10A}"/>
              </a:ext>
            </a:extLst>
          </p:cNvPr>
          <p:cNvSpPr txBox="1"/>
          <p:nvPr/>
        </p:nvSpPr>
        <p:spPr>
          <a:xfrm>
            <a:off x="1968500" y="2137102"/>
            <a:ext cx="5372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周边</a:t>
            </a:r>
            <a:r>
              <a:rPr lang="en-US" altLang="zh-CN" sz="2800" dirty="0"/>
              <a:t>AI</a:t>
            </a:r>
            <a:r>
              <a:rPr lang="zh-CN" altLang="en-US" sz="2800" dirty="0"/>
              <a:t>大模型高频使用用户反馈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68736A-C705-C779-EB6E-FE65599818C5}"/>
              </a:ext>
            </a:extLst>
          </p:cNvPr>
          <p:cNvSpPr txBox="1"/>
          <p:nvPr/>
        </p:nvSpPr>
        <p:spPr>
          <a:xfrm>
            <a:off x="1968500" y="3149096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实际使用体验需求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477DDD1-3BAA-A9AB-610C-95301B1444D4}"/>
              </a:ext>
            </a:extLst>
          </p:cNvPr>
          <p:cNvSpPr txBox="1"/>
          <p:nvPr/>
        </p:nvSpPr>
        <p:spPr>
          <a:xfrm>
            <a:off x="1968500" y="4161090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小组讨论</a:t>
            </a:r>
            <a:r>
              <a:rPr lang="en-US" altLang="zh-CN" sz="2800" dirty="0"/>
              <a:t>-</a:t>
            </a:r>
            <a:r>
              <a:rPr lang="zh-CN" altLang="en-US" sz="2800" dirty="0"/>
              <a:t>头脑风暴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B60BBFE-8732-45DA-5743-B77466BE4C9F}"/>
              </a:ext>
            </a:extLst>
          </p:cNvPr>
          <p:cNvSpPr txBox="1"/>
          <p:nvPr/>
        </p:nvSpPr>
        <p:spPr>
          <a:xfrm>
            <a:off x="1968500" y="5213602"/>
            <a:ext cx="556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市面</a:t>
            </a:r>
            <a:r>
              <a:rPr lang="en-US" altLang="zh-CN" sz="2800" dirty="0"/>
              <a:t>AI</a:t>
            </a:r>
            <a:r>
              <a:rPr lang="zh-CN" altLang="en-US" sz="2800" dirty="0"/>
              <a:t>模型互相独立</a:t>
            </a:r>
          </a:p>
        </p:txBody>
      </p:sp>
    </p:spTree>
    <p:extLst>
      <p:ext uri="{BB962C8B-B14F-4D97-AF65-F5344CB8AC3E}">
        <p14:creationId xmlns:p14="http://schemas.microsoft.com/office/powerpoint/2010/main" val="942324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DADF5-64D9-491B-2881-BF3C9D67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300" y="359130"/>
            <a:ext cx="4945380" cy="1022456"/>
          </a:xfrm>
        </p:spPr>
        <p:txBody>
          <a:bodyPr/>
          <a:lstStyle/>
          <a:p>
            <a:r>
              <a:rPr lang="zh-CN" altLang="en-US" dirty="0"/>
              <a:t>应用场景说明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1F8618F1-99CE-8FBA-0EC3-798133F08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5680" y="2006600"/>
            <a:ext cx="5613400" cy="3505200"/>
          </a:xfrm>
        </p:spPr>
      </p:pic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FB8AC8A4-E0A5-AEB6-5C86-E3092F6B73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80" y="359130"/>
            <a:ext cx="4805103" cy="12891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1AFE395-B897-6C27-06DB-886CB3A92063}"/>
              </a:ext>
            </a:extLst>
          </p:cNvPr>
          <p:cNvSpPr txBox="1"/>
          <p:nvPr/>
        </p:nvSpPr>
        <p:spPr>
          <a:xfrm>
            <a:off x="6819900" y="2006600"/>
            <a:ext cx="41529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500" dirty="0"/>
              <a:t>AI</a:t>
            </a:r>
            <a:r>
              <a:rPr lang="zh-CN" altLang="en-US" sz="2500" dirty="0"/>
              <a:t>大模型种类繁多，各有优缺点，在使用上难以比较，如果某一大模型出错有可能误导</a:t>
            </a:r>
            <a:endParaRPr lang="en-US" altLang="zh-CN" sz="2500" dirty="0"/>
          </a:p>
          <a:p>
            <a:endParaRPr lang="en-US" altLang="zh-CN" sz="2500" dirty="0"/>
          </a:p>
          <a:p>
            <a:r>
              <a:rPr lang="zh-CN" altLang="en-US" sz="2500" dirty="0"/>
              <a:t>真实体验：同时使用</a:t>
            </a:r>
            <a:r>
              <a:rPr lang="en-US" altLang="zh-CN" sz="2500" dirty="0" err="1"/>
              <a:t>Chatgpt</a:t>
            </a:r>
            <a:r>
              <a:rPr lang="zh-CN" altLang="en-US" sz="2500" dirty="0"/>
              <a:t>、豆包和</a:t>
            </a:r>
            <a:r>
              <a:rPr lang="en-US" altLang="zh-CN" sz="2500" dirty="0"/>
              <a:t>DeepSeek</a:t>
            </a:r>
            <a:r>
              <a:rPr lang="zh-CN" altLang="en-US" sz="2500" dirty="0"/>
              <a:t>查询某个问题，</a:t>
            </a:r>
            <a:r>
              <a:rPr lang="en-US" altLang="zh-CN" sz="2500" dirty="0" err="1"/>
              <a:t>deepseek</a:t>
            </a:r>
            <a:r>
              <a:rPr lang="zh-CN" altLang="en-US" sz="2500" dirty="0"/>
              <a:t>给出了完全错误的回答</a:t>
            </a:r>
          </a:p>
        </p:txBody>
      </p:sp>
    </p:spTree>
    <p:extLst>
      <p:ext uri="{BB962C8B-B14F-4D97-AF65-F5344CB8AC3E}">
        <p14:creationId xmlns:p14="http://schemas.microsoft.com/office/powerpoint/2010/main" val="465367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E944DAC8-7803-512A-60DD-4DE5573EEF1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2709" y="2206385"/>
            <a:ext cx="11402471" cy="3603058"/>
          </a:xfrm>
          <a:prstGeom prst="roundRect">
            <a:avLst>
              <a:gd name="adj" fmla="val 5827"/>
            </a:avLst>
          </a:prstGeom>
          <a:solidFill>
            <a:schemeClr val="lt1"/>
          </a:solidFill>
          <a:ln>
            <a:noFill/>
          </a:ln>
          <a:effectLst>
            <a:outerShdw blurRad="1371600" dist="54864" dir="5400000" algn="ctr" rotWithShape="0">
              <a:schemeClr val="accent1">
                <a:lumMod val="50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8755" tIns="49378" rIns="98755" bIns="49378" rtlCol="0" anchor="ctr"/>
          <a:lstStyle/>
          <a:p>
            <a:pPr algn="ctr"/>
            <a:endParaRPr lang="zh-CN" altLang="en-US" sz="1945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2F2EE30-1AB0-290D-D9B3-C744EFA0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1000" y="614682"/>
            <a:ext cx="4627880" cy="748452"/>
          </a:xfrm>
        </p:spPr>
        <p:txBody>
          <a:bodyPr/>
          <a:lstStyle/>
          <a:p>
            <a:r>
              <a:rPr lang="zh-CN" altLang="en-US" dirty="0"/>
              <a:t>需求确定</a:t>
            </a: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7F1FB87C-3E9B-AA19-B997-8D5BA10285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67382"/>
            <a:ext cx="4805103" cy="1289198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C9CE040-0B15-EE4A-F876-56E2EE1CD0F3}"/>
              </a:ext>
            </a:extLst>
          </p:cNvPr>
          <p:cNvGrpSpPr/>
          <p:nvPr/>
        </p:nvGrpSpPr>
        <p:grpSpPr>
          <a:xfrm>
            <a:off x="1188477" y="3797213"/>
            <a:ext cx="1729486" cy="494131"/>
            <a:chOff x="1251542" y="3329634"/>
            <a:chExt cx="1729486" cy="494131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6155F1D3-BF8E-5909-428B-B654AA2E18CF}"/>
                </a:ext>
              </a:extLst>
            </p:cNvPr>
            <p:cNvSpPr/>
            <p:nvPr/>
          </p:nvSpPr>
          <p:spPr>
            <a:xfrm>
              <a:off x="1251542" y="3329634"/>
              <a:ext cx="1729486" cy="494131"/>
            </a:xfrm>
            <a:prstGeom prst="roundRect">
              <a:avLst>
                <a:gd name="adj" fmla="val 11580"/>
              </a:avLst>
            </a:prstGeom>
            <a:solidFill>
              <a:srgbClr val="004182"/>
            </a:solidFill>
            <a:ln>
              <a:noFill/>
            </a:ln>
            <a:effectLst>
              <a:outerShdw blurRad="254000" dist="127000" dir="27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400">
                <a:latin typeface="+mj-ea"/>
                <a:ea typeface="+mj-ea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B98638A-29BA-1A61-C59D-C98F4A4892D7}"/>
                </a:ext>
              </a:extLst>
            </p:cNvPr>
            <p:cNvSpPr txBox="1"/>
            <p:nvPr/>
          </p:nvSpPr>
          <p:spPr>
            <a:xfrm>
              <a:off x="1386001" y="3407422"/>
              <a:ext cx="146056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OPPOSans M" panose="00020600040101010101" pitchFamily="18" charset="-122"/>
                </a:rPr>
                <a:t>确定需求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768B9B8-EC49-4FDF-0100-C2605076A433}"/>
              </a:ext>
            </a:extLst>
          </p:cNvPr>
          <p:cNvGrpSpPr/>
          <p:nvPr/>
        </p:nvGrpSpPr>
        <p:grpSpPr>
          <a:xfrm>
            <a:off x="3499831" y="2905741"/>
            <a:ext cx="2620119" cy="650102"/>
            <a:chOff x="4054583" y="2509497"/>
            <a:chExt cx="1729486" cy="650102"/>
          </a:xfrm>
        </p:grpSpPr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AA83A85E-7378-F0D7-81E1-6301C6D04A85}"/>
                </a:ext>
              </a:extLst>
            </p:cNvPr>
            <p:cNvSpPr/>
            <p:nvPr/>
          </p:nvSpPr>
          <p:spPr>
            <a:xfrm>
              <a:off x="4054583" y="2509497"/>
              <a:ext cx="1729486" cy="494131"/>
            </a:xfrm>
            <a:prstGeom prst="roundRect">
              <a:avLst>
                <a:gd name="adj" fmla="val 11580"/>
              </a:avLst>
            </a:prstGeom>
            <a:noFill/>
            <a:ln>
              <a:solidFill>
                <a:schemeClr val="accent1"/>
              </a:solidFill>
            </a:ln>
            <a:effectLst>
              <a:outerShdw blurRad="139700" dist="139700" dir="27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9954453-6E46-63C5-5421-C0306AA56E1C}"/>
                </a:ext>
              </a:extLst>
            </p:cNvPr>
            <p:cNvSpPr txBox="1"/>
            <p:nvPr/>
          </p:nvSpPr>
          <p:spPr>
            <a:xfrm>
              <a:off x="4075295" y="2574824"/>
              <a:ext cx="16524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3"/>
                  </a:solidFill>
                  <a:latin typeface="+mj-ea"/>
                  <a:ea typeface="+mj-ea"/>
                  <a:cs typeface="OPPOSans M" panose="00020600040101010101" pitchFamily="18" charset="-122"/>
                </a:rPr>
                <a:t>问题回答的准确性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A328BEE-4E9E-B9E4-83D0-338273B6D4D4}"/>
              </a:ext>
            </a:extLst>
          </p:cNvPr>
          <p:cNvGrpSpPr/>
          <p:nvPr/>
        </p:nvGrpSpPr>
        <p:grpSpPr>
          <a:xfrm>
            <a:off x="3499831" y="4499198"/>
            <a:ext cx="2742860" cy="675870"/>
            <a:chOff x="4049931" y="2494429"/>
            <a:chExt cx="1729486" cy="67587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5BF79D22-1189-6A61-0FBD-F805A4E04FDB}"/>
                </a:ext>
              </a:extLst>
            </p:cNvPr>
            <p:cNvSpPr/>
            <p:nvPr/>
          </p:nvSpPr>
          <p:spPr>
            <a:xfrm>
              <a:off x="4049931" y="2494429"/>
              <a:ext cx="1729486" cy="494131"/>
            </a:xfrm>
            <a:prstGeom prst="roundRect">
              <a:avLst>
                <a:gd name="adj" fmla="val 11580"/>
              </a:avLst>
            </a:prstGeom>
            <a:noFill/>
            <a:ln>
              <a:solidFill>
                <a:schemeClr val="accent1"/>
              </a:solidFill>
            </a:ln>
            <a:effectLst>
              <a:outerShdw blurRad="139700" dist="139700" dir="27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A857F6B6-1BF7-7AB8-A373-BE78A502CD86}"/>
                </a:ext>
              </a:extLst>
            </p:cNvPr>
            <p:cNvSpPr txBox="1"/>
            <p:nvPr/>
          </p:nvSpPr>
          <p:spPr>
            <a:xfrm>
              <a:off x="4063674" y="2585524"/>
              <a:ext cx="16524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3"/>
                  </a:solidFill>
                  <a:latin typeface="+mj-ea"/>
                  <a:ea typeface="+mj-ea"/>
                  <a:cs typeface="OPPOSans M" panose="00020600040101010101" pitchFamily="18" charset="-122"/>
                </a:rPr>
                <a:t>基于特定的</a:t>
              </a:r>
              <a:r>
                <a:rPr lang="en-US" altLang="zh-CN" sz="1600" dirty="0">
                  <a:solidFill>
                    <a:schemeClr val="accent3"/>
                  </a:solidFill>
                  <a:latin typeface="+mj-ea"/>
                  <a:ea typeface="+mj-ea"/>
                  <a:cs typeface="OPPOSans M" panose="00020600040101010101" pitchFamily="18" charset="-122"/>
                </a:rPr>
                <a:t>AI</a:t>
              </a:r>
              <a:r>
                <a:rPr lang="zh-CN" altLang="en-US" sz="1600" dirty="0">
                  <a:solidFill>
                    <a:schemeClr val="accent3"/>
                  </a:solidFill>
                  <a:latin typeface="+mj-ea"/>
                  <a:ea typeface="+mj-ea"/>
                  <a:cs typeface="OPPOSans M" panose="00020600040101010101" pitchFamily="18" charset="-122"/>
                </a:rPr>
                <a:t>大模型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B74E1D8-BF76-BC2F-9931-E033AEC9E814}"/>
              </a:ext>
            </a:extLst>
          </p:cNvPr>
          <p:cNvGrpSpPr/>
          <p:nvPr/>
        </p:nvGrpSpPr>
        <p:grpSpPr>
          <a:xfrm>
            <a:off x="6569538" y="2905741"/>
            <a:ext cx="2620119" cy="494131"/>
            <a:chOff x="4054583" y="2509497"/>
            <a:chExt cx="1729486" cy="494131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6FD7176A-4247-0732-CF86-22B2133D0CF2}"/>
                </a:ext>
              </a:extLst>
            </p:cNvPr>
            <p:cNvSpPr/>
            <p:nvPr/>
          </p:nvSpPr>
          <p:spPr>
            <a:xfrm>
              <a:off x="4054583" y="2509497"/>
              <a:ext cx="1729486" cy="494131"/>
            </a:xfrm>
            <a:prstGeom prst="roundRect">
              <a:avLst>
                <a:gd name="adj" fmla="val 11580"/>
              </a:avLst>
            </a:prstGeom>
            <a:noFill/>
            <a:ln>
              <a:solidFill>
                <a:schemeClr val="accent1"/>
              </a:solidFill>
            </a:ln>
            <a:effectLst>
              <a:outerShdw blurRad="139700" dist="139700" dir="27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80BFDF5-1D60-515C-B997-9BAD8B98700A}"/>
                </a:ext>
              </a:extLst>
            </p:cNvPr>
            <p:cNvSpPr txBox="1"/>
            <p:nvPr/>
          </p:nvSpPr>
          <p:spPr>
            <a:xfrm>
              <a:off x="4075295" y="2574824"/>
              <a:ext cx="1652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3"/>
                  </a:solidFill>
                  <a:latin typeface="+mj-ea"/>
                  <a:ea typeface="+mj-ea"/>
                  <a:cs typeface="OPPOSans M" panose="00020600040101010101" pitchFamily="18" charset="-122"/>
                </a:rPr>
                <a:t>大模型之间互相检查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1BD6608-2671-D179-956D-270480FF4D50}"/>
              </a:ext>
            </a:extLst>
          </p:cNvPr>
          <p:cNvGrpSpPr/>
          <p:nvPr/>
        </p:nvGrpSpPr>
        <p:grpSpPr>
          <a:xfrm>
            <a:off x="6569538" y="4499198"/>
            <a:ext cx="2620119" cy="494131"/>
            <a:chOff x="4054583" y="2509497"/>
            <a:chExt cx="1729486" cy="494131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147AC644-3E47-6AA7-9B35-6FB35C050F3D}"/>
                </a:ext>
              </a:extLst>
            </p:cNvPr>
            <p:cNvSpPr/>
            <p:nvPr/>
          </p:nvSpPr>
          <p:spPr>
            <a:xfrm>
              <a:off x="4054583" y="2509497"/>
              <a:ext cx="1729486" cy="494131"/>
            </a:xfrm>
            <a:prstGeom prst="roundRect">
              <a:avLst>
                <a:gd name="adj" fmla="val 11580"/>
              </a:avLst>
            </a:prstGeom>
            <a:noFill/>
            <a:ln>
              <a:solidFill>
                <a:schemeClr val="accent1"/>
              </a:solidFill>
            </a:ln>
            <a:effectLst>
              <a:outerShdw blurRad="139700" dist="139700" dir="27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653364E-7FE7-0AD0-34EB-AC3682DF1CBD}"/>
                </a:ext>
              </a:extLst>
            </p:cNvPr>
            <p:cNvSpPr txBox="1"/>
            <p:nvPr/>
          </p:nvSpPr>
          <p:spPr>
            <a:xfrm>
              <a:off x="4075295" y="2574824"/>
              <a:ext cx="165247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accent3"/>
                  </a:solidFill>
                  <a:latin typeface="+mj-ea"/>
                  <a:ea typeface="+mj-ea"/>
                  <a:cs typeface="OPPOSans M" panose="00020600040101010101" pitchFamily="18" charset="-122"/>
                </a:rPr>
                <a:t>可接入自己需要的大模型</a:t>
              </a:r>
            </a:p>
          </p:txBody>
        </p:sp>
      </p:grp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96EF881C-A1B7-F47A-906C-6900D71B51E0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318813" y="3152807"/>
            <a:ext cx="181018" cy="891473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07E6E0F-3CFB-14EB-3EC6-B8191655ED52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3318813" y="4008407"/>
            <a:ext cx="181018" cy="73785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616A504E-A1C9-B571-45D0-A9FEE30A81A9}"/>
              </a:ext>
            </a:extLst>
          </p:cNvPr>
          <p:cNvCxnSpPr>
            <a:cxnSpLocks/>
          </p:cNvCxnSpPr>
          <p:nvPr/>
        </p:nvCxnSpPr>
        <p:spPr>
          <a:xfrm>
            <a:off x="2838721" y="4044279"/>
            <a:ext cx="499192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4B82801-BA79-6F06-4DCB-592FB6436079}"/>
              </a:ext>
            </a:extLst>
          </p:cNvPr>
          <p:cNvCxnSpPr>
            <a:cxnSpLocks/>
            <a:stCxn id="14" idx="3"/>
            <a:endCxn id="36" idx="1"/>
          </p:cNvCxnSpPr>
          <p:nvPr/>
        </p:nvCxnSpPr>
        <p:spPr>
          <a:xfrm>
            <a:off x="6119950" y="3152807"/>
            <a:ext cx="449588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0C67360F-3D21-8662-08B2-FD9F94619052}"/>
              </a:ext>
            </a:extLst>
          </p:cNvPr>
          <p:cNvCxnSpPr>
            <a:cxnSpLocks/>
            <a:stCxn id="39" idx="1"/>
            <a:endCxn id="17" idx="3"/>
          </p:cNvCxnSpPr>
          <p:nvPr/>
        </p:nvCxnSpPr>
        <p:spPr>
          <a:xfrm flipH="1">
            <a:off x="6242691" y="4746264"/>
            <a:ext cx="32684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DA7298DA-C0B1-BA56-BEC5-EF4975B19612}"/>
              </a:ext>
            </a:extLst>
          </p:cNvPr>
          <p:cNvGrpSpPr/>
          <p:nvPr/>
        </p:nvGrpSpPr>
        <p:grpSpPr>
          <a:xfrm>
            <a:off x="9774585" y="3761339"/>
            <a:ext cx="2192734" cy="662563"/>
            <a:chOff x="1251542" y="3329634"/>
            <a:chExt cx="1729486" cy="662563"/>
          </a:xfrm>
        </p:grpSpPr>
        <p:sp>
          <p:nvSpPr>
            <p:cNvPr id="59" name="矩形: 圆角 58">
              <a:extLst>
                <a:ext uri="{FF2B5EF4-FFF2-40B4-BE49-F238E27FC236}">
                  <a16:creationId xmlns:a16="http://schemas.microsoft.com/office/drawing/2014/main" id="{A60F0567-1592-E38A-23C4-BE76C2D59961}"/>
                </a:ext>
              </a:extLst>
            </p:cNvPr>
            <p:cNvSpPr/>
            <p:nvPr/>
          </p:nvSpPr>
          <p:spPr>
            <a:xfrm>
              <a:off x="1251542" y="3329634"/>
              <a:ext cx="1729486" cy="494131"/>
            </a:xfrm>
            <a:prstGeom prst="roundRect">
              <a:avLst>
                <a:gd name="adj" fmla="val 11580"/>
              </a:avLst>
            </a:prstGeom>
            <a:solidFill>
              <a:srgbClr val="004182"/>
            </a:solidFill>
            <a:ln>
              <a:noFill/>
            </a:ln>
            <a:effectLst>
              <a:outerShdw blurRad="254000" dist="127000" dir="2700000" algn="ctr" rotWithShape="0">
                <a:schemeClr val="accent1">
                  <a:alpha val="3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400">
                <a:latin typeface="+mj-ea"/>
                <a:ea typeface="+mj-ea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807D8FD4-50AA-FE4B-3CC2-35A6DDA82A39}"/>
                </a:ext>
              </a:extLst>
            </p:cNvPr>
            <p:cNvSpPr txBox="1"/>
            <p:nvPr/>
          </p:nvSpPr>
          <p:spPr>
            <a:xfrm>
              <a:off x="1386001" y="3407422"/>
              <a:ext cx="14605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+mj-ea"/>
                  <a:ea typeface="+mj-ea"/>
                  <a:cs typeface="OPPOSans M" panose="00020600040101010101" pitchFamily="18" charset="-122"/>
                </a:rPr>
                <a:t>大模型交叉咨询</a:t>
              </a:r>
            </a:p>
          </p:txBody>
        </p:sp>
      </p:grp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72528A63-FE66-158E-375E-D69613F3A286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9347200" y="4008405"/>
            <a:ext cx="427385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E4FC6D0-97CF-0F7A-2EE6-94B06B61804A}"/>
              </a:ext>
            </a:extLst>
          </p:cNvPr>
          <p:cNvCxnSpPr>
            <a:cxnSpLocks/>
            <a:endCxn id="36" idx="3"/>
          </p:cNvCxnSpPr>
          <p:nvPr/>
        </p:nvCxnSpPr>
        <p:spPr>
          <a:xfrm flipH="1" flipV="1">
            <a:off x="9189657" y="3152807"/>
            <a:ext cx="157543" cy="814005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CC1270F-B40B-D1A8-6326-F13599BA3196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9189657" y="4007914"/>
            <a:ext cx="184078" cy="73835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799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E6596-8AFE-CC5B-03CC-56E6E11C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9619" y="470588"/>
            <a:ext cx="5059680" cy="899160"/>
          </a:xfrm>
        </p:spPr>
        <p:txBody>
          <a:bodyPr/>
          <a:lstStyle/>
          <a:p>
            <a:r>
              <a:rPr lang="zh-CN" altLang="en-US" dirty="0"/>
              <a:t>功能性需求</a:t>
            </a:r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C41C1DAD-BEC7-8DE7-53FF-D1EE57C958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67382"/>
            <a:ext cx="4805103" cy="1289198"/>
          </a:xfrm>
          <a:prstGeom prst="rect">
            <a:avLst/>
          </a:prstGeom>
        </p:spPr>
      </p:pic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E97AF9-D663-B8F6-4695-01156893A583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1096963" y="2108200"/>
            <a:ext cx="579437" cy="558800"/>
          </a:xfrm>
          <a:prstGeom prst="ellipse">
            <a:avLst/>
          </a:prstGeom>
          <a:solidFill>
            <a:srgbClr val="004182"/>
          </a:solidFill>
          <a:ln w="38100">
            <a:solidFill>
              <a:schemeClr val="bg1"/>
            </a:solidFill>
          </a:ln>
          <a:effectLst>
            <a:outerShdw blurRad="660400" dist="215900" dir="2700000" algn="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marL="0" indent="0" algn="ctr">
              <a:buNone/>
            </a:pPr>
            <a:r>
              <a:rPr lang="en-US" altLang="zh-CN" sz="1440" dirty="0">
                <a:latin typeface="+mj-ea"/>
                <a:ea typeface="+mj-ea"/>
              </a:rPr>
              <a:t>1</a:t>
            </a:r>
            <a:endParaRPr lang="zh-CN" altLang="en-US" sz="1440" dirty="0">
              <a:latin typeface="+mj-ea"/>
              <a:ea typeface="+mj-ea"/>
            </a:endParaRPr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99F549C7-9918-928A-6DBF-E2FCEA5CD4A3}"/>
              </a:ext>
            </a:extLst>
          </p:cNvPr>
          <p:cNvSpPr txBox="1">
            <a:spLocks/>
          </p:cNvSpPr>
          <p:nvPr/>
        </p:nvSpPr>
        <p:spPr>
          <a:xfrm flipH="1">
            <a:off x="1096963" y="2839220"/>
            <a:ext cx="579437" cy="558800"/>
          </a:xfrm>
          <a:prstGeom prst="ellipse">
            <a:avLst/>
          </a:prstGeom>
          <a:solidFill>
            <a:srgbClr val="004182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660400" dist="215900" dir="2700000" algn="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3152" tIns="36576" rIns="73152" bIns="36576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US" altLang="zh-CN" sz="1440" dirty="0">
                <a:latin typeface="+mj-ea"/>
                <a:ea typeface="+mj-ea"/>
              </a:rPr>
              <a:t>2</a:t>
            </a:r>
            <a:endParaRPr lang="zh-CN" altLang="en-US" sz="1440" dirty="0">
              <a:latin typeface="+mj-ea"/>
              <a:ea typeface="+mj-ea"/>
            </a:endParaRPr>
          </a:p>
        </p:txBody>
      </p:sp>
      <p:sp>
        <p:nvSpPr>
          <p:cNvPr id="8" name="内容占位符 5">
            <a:extLst>
              <a:ext uri="{FF2B5EF4-FFF2-40B4-BE49-F238E27FC236}">
                <a16:creationId xmlns:a16="http://schemas.microsoft.com/office/drawing/2014/main" id="{89C66AAD-6F7A-B0AE-E939-4A379ABFCFDF}"/>
              </a:ext>
            </a:extLst>
          </p:cNvPr>
          <p:cNvSpPr txBox="1">
            <a:spLocks/>
          </p:cNvSpPr>
          <p:nvPr/>
        </p:nvSpPr>
        <p:spPr>
          <a:xfrm flipH="1">
            <a:off x="1096963" y="3570240"/>
            <a:ext cx="579437" cy="558800"/>
          </a:xfrm>
          <a:prstGeom prst="ellipse">
            <a:avLst/>
          </a:prstGeom>
          <a:solidFill>
            <a:srgbClr val="004182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660400" dist="215900" dir="2700000" algn="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3152" tIns="36576" rIns="73152" bIns="36576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US" altLang="zh-CN" sz="1440" dirty="0">
                <a:latin typeface="+mj-ea"/>
                <a:ea typeface="+mj-ea"/>
              </a:rPr>
              <a:t>3</a:t>
            </a:r>
            <a:endParaRPr lang="zh-CN" altLang="en-US" sz="1440" dirty="0">
              <a:latin typeface="+mj-ea"/>
              <a:ea typeface="+mj-ea"/>
            </a:endParaRPr>
          </a:p>
        </p:txBody>
      </p:sp>
      <p:sp>
        <p:nvSpPr>
          <p:cNvPr id="9" name="内容占位符 5">
            <a:extLst>
              <a:ext uri="{FF2B5EF4-FFF2-40B4-BE49-F238E27FC236}">
                <a16:creationId xmlns:a16="http://schemas.microsoft.com/office/drawing/2014/main" id="{3C0F407A-DEEB-C9F6-89B0-AEE83328263A}"/>
              </a:ext>
            </a:extLst>
          </p:cNvPr>
          <p:cNvSpPr txBox="1">
            <a:spLocks/>
          </p:cNvSpPr>
          <p:nvPr/>
        </p:nvSpPr>
        <p:spPr>
          <a:xfrm flipH="1">
            <a:off x="1096962" y="4301260"/>
            <a:ext cx="579437" cy="558800"/>
          </a:xfrm>
          <a:prstGeom prst="ellipse">
            <a:avLst/>
          </a:prstGeom>
          <a:solidFill>
            <a:srgbClr val="004182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660400" dist="215900" dir="2700000" algn="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3152" tIns="36576" rIns="73152" bIns="36576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US" altLang="zh-CN" sz="1440" dirty="0">
                <a:latin typeface="+mj-ea"/>
                <a:ea typeface="+mj-ea"/>
              </a:rPr>
              <a:t>4</a:t>
            </a:r>
            <a:endParaRPr lang="zh-CN" altLang="en-US" sz="1440" dirty="0">
              <a:latin typeface="+mj-ea"/>
              <a:ea typeface="+mj-ea"/>
            </a:endParaRPr>
          </a:p>
        </p:txBody>
      </p:sp>
      <p:sp>
        <p:nvSpPr>
          <p:cNvPr id="10" name="内容占位符 5">
            <a:extLst>
              <a:ext uri="{FF2B5EF4-FFF2-40B4-BE49-F238E27FC236}">
                <a16:creationId xmlns:a16="http://schemas.microsoft.com/office/drawing/2014/main" id="{7D9B7022-16CA-3845-6897-F7A684547CE5}"/>
              </a:ext>
            </a:extLst>
          </p:cNvPr>
          <p:cNvSpPr txBox="1">
            <a:spLocks/>
          </p:cNvSpPr>
          <p:nvPr/>
        </p:nvSpPr>
        <p:spPr>
          <a:xfrm flipH="1">
            <a:off x="1096962" y="5032280"/>
            <a:ext cx="579437" cy="558800"/>
          </a:xfrm>
          <a:prstGeom prst="ellipse">
            <a:avLst/>
          </a:prstGeom>
          <a:solidFill>
            <a:srgbClr val="004182"/>
          </a:solidFill>
          <a:ln w="38100" cap="flat" cmpd="sng" algn="ctr">
            <a:solidFill>
              <a:schemeClr val="bg1"/>
            </a:solidFill>
            <a:prstDash val="solid"/>
          </a:ln>
          <a:effectLst>
            <a:outerShdw blurRad="660400" dist="215900" dir="2700000" algn="tr" rotWithShape="0">
              <a:schemeClr val="accent1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73152" tIns="36576" rIns="73152" bIns="36576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Calibri" panose="020F0502020204030204" pitchFamily="34" charset="0"/>
              <a:buNone/>
            </a:pPr>
            <a:r>
              <a:rPr lang="en-US" altLang="zh-CN" sz="1440" dirty="0">
                <a:latin typeface="+mj-ea"/>
                <a:ea typeface="+mj-ea"/>
              </a:rPr>
              <a:t>5</a:t>
            </a:r>
            <a:endParaRPr lang="zh-CN" altLang="en-US" sz="1440" dirty="0">
              <a:latin typeface="+mj-ea"/>
              <a:ea typeface="+mj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4F4B9FD-3B06-EE56-22D2-D4B03FF53310}"/>
              </a:ext>
            </a:extLst>
          </p:cNvPr>
          <p:cNvSpPr txBox="1"/>
          <p:nvPr/>
        </p:nvSpPr>
        <p:spPr>
          <a:xfrm>
            <a:off x="1803400" y="2151744"/>
            <a:ext cx="795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用户账户登录管理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不同</a:t>
            </a:r>
            <a:r>
              <a:rPr lang="en-US" altLang="zh-CN" sz="2400" b="1" dirty="0"/>
              <a:t>AI</a:t>
            </a:r>
            <a:r>
              <a:rPr lang="zh-CN" altLang="en-US" sz="2400" b="1" dirty="0"/>
              <a:t>模型一键登录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435E3B-39DA-D44D-66DB-1BD0CDD775CF}"/>
              </a:ext>
            </a:extLst>
          </p:cNvPr>
          <p:cNvSpPr txBox="1"/>
          <p:nvPr/>
        </p:nvSpPr>
        <p:spPr>
          <a:xfrm>
            <a:off x="1803400" y="2887787"/>
            <a:ext cx="774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问题历史会话保存，独立调取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C7A69BA-7E22-8146-E357-2D9959D42CEE}"/>
              </a:ext>
            </a:extLst>
          </p:cNvPr>
          <p:cNvSpPr txBox="1"/>
          <p:nvPr/>
        </p:nvSpPr>
        <p:spPr>
          <a:xfrm>
            <a:off x="1803400" y="3618807"/>
            <a:ext cx="673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多个大模型回答页面分布管理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0272CC-9EFB-4C36-4594-A5CFDDE64B85}"/>
              </a:ext>
            </a:extLst>
          </p:cNvPr>
          <p:cNvSpPr txBox="1"/>
          <p:nvPr/>
        </p:nvSpPr>
        <p:spPr>
          <a:xfrm>
            <a:off x="1752600" y="4349827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提问模板和分支功能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读论文、生成某用户需求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B3A7AEC-2C07-A2F0-BC9D-81E9D4F680EB}"/>
              </a:ext>
            </a:extLst>
          </p:cNvPr>
          <p:cNvSpPr txBox="1"/>
          <p:nvPr/>
        </p:nvSpPr>
        <p:spPr>
          <a:xfrm>
            <a:off x="1803400" y="5075823"/>
            <a:ext cx="825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错误处理</a:t>
            </a:r>
            <a:r>
              <a:rPr lang="en-US" altLang="zh-CN" sz="2400" b="1" dirty="0"/>
              <a:t>-</a:t>
            </a:r>
            <a:r>
              <a:rPr lang="zh-CN" altLang="en-US" sz="2400" b="1" dirty="0"/>
              <a:t>对某大模型异常状态检测</a:t>
            </a:r>
          </a:p>
        </p:txBody>
      </p:sp>
    </p:spTree>
    <p:extLst>
      <p:ext uri="{BB962C8B-B14F-4D97-AF65-F5344CB8AC3E}">
        <p14:creationId xmlns:p14="http://schemas.microsoft.com/office/powerpoint/2010/main" val="801795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B158CA91-EE99-B503-5922-BDBFB93ECFAE}"/>
              </a:ext>
            </a:extLst>
          </p:cNvPr>
          <p:cNvSpPr/>
          <p:nvPr/>
        </p:nvSpPr>
        <p:spPr>
          <a:xfrm>
            <a:off x="716281" y="3567669"/>
            <a:ext cx="2141220" cy="91440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A5D9A1-5701-26A6-9766-CE76D0EF7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2319020" cy="1275497"/>
          </a:xfrm>
        </p:spPr>
        <p:txBody>
          <a:bodyPr>
            <a:normAutofit/>
          </a:bodyPr>
          <a:lstStyle/>
          <a:p>
            <a:r>
              <a:rPr lang="zh-CN" altLang="en-US" dirty="0"/>
              <a:t>用例图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3D8D7159-D27E-7A23-0325-F415600B5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4101" y="165100"/>
            <a:ext cx="8186373" cy="6159500"/>
          </a:xfr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9208D30-E6E8-4038-F7E7-53585E04669F}"/>
              </a:ext>
            </a:extLst>
          </p:cNvPr>
          <p:cNvSpPr txBox="1"/>
          <p:nvPr/>
        </p:nvSpPr>
        <p:spPr>
          <a:xfrm>
            <a:off x="894082" y="3840203"/>
            <a:ext cx="2141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项目总体用例图</a:t>
            </a:r>
          </a:p>
        </p:txBody>
      </p:sp>
    </p:spTree>
    <p:extLst>
      <p:ext uri="{BB962C8B-B14F-4D97-AF65-F5344CB8AC3E}">
        <p14:creationId xmlns:p14="http://schemas.microsoft.com/office/powerpoint/2010/main" val="1003487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BD348A8D-6733-5D98-86A2-ECBB6D3D37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8" y="160337"/>
            <a:ext cx="10633412" cy="6083300"/>
          </a:xfr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E0586045-6DC3-225C-C5A4-58D99743CA68}"/>
              </a:ext>
            </a:extLst>
          </p:cNvPr>
          <p:cNvSpPr/>
          <p:nvPr/>
        </p:nvSpPr>
        <p:spPr>
          <a:xfrm>
            <a:off x="165100" y="846137"/>
            <a:ext cx="914400" cy="47117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大模型一键登录</a:t>
            </a:r>
          </a:p>
        </p:txBody>
      </p:sp>
    </p:spTree>
    <p:extLst>
      <p:ext uri="{BB962C8B-B14F-4D97-AF65-F5344CB8AC3E}">
        <p14:creationId xmlns:p14="http://schemas.microsoft.com/office/powerpoint/2010/main" val="1968135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5855F69D-DBAD-9C03-1DFA-3142AB722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46037"/>
            <a:ext cx="10998200" cy="6227763"/>
          </a:xfr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A2CD9BB2-C1AC-746B-E939-1440057CD551}"/>
              </a:ext>
            </a:extLst>
          </p:cNvPr>
          <p:cNvSpPr/>
          <p:nvPr/>
        </p:nvSpPr>
        <p:spPr>
          <a:xfrm>
            <a:off x="152400" y="1132284"/>
            <a:ext cx="914400" cy="40552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大语言模型问题回复与交叉优化</a:t>
            </a:r>
          </a:p>
        </p:txBody>
      </p:sp>
    </p:spTree>
    <p:extLst>
      <p:ext uri="{BB962C8B-B14F-4D97-AF65-F5344CB8AC3E}">
        <p14:creationId xmlns:p14="http://schemas.microsoft.com/office/powerpoint/2010/main" val="994341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F936E0E-9BA9-A3BF-D048-A27A22524C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46037"/>
            <a:ext cx="11074400" cy="6253163"/>
          </a:xfr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CBC19589-028F-589B-4013-2EB5D7F58018}"/>
              </a:ext>
            </a:extLst>
          </p:cNvPr>
          <p:cNvSpPr/>
          <p:nvPr/>
        </p:nvSpPr>
        <p:spPr>
          <a:xfrm>
            <a:off x="88900" y="914400"/>
            <a:ext cx="914400" cy="42799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项目类图</a:t>
            </a:r>
          </a:p>
        </p:txBody>
      </p:sp>
    </p:spTree>
    <p:extLst>
      <p:ext uri="{BB962C8B-B14F-4D97-AF65-F5344CB8AC3E}">
        <p14:creationId xmlns:p14="http://schemas.microsoft.com/office/powerpoint/2010/main" val="4108966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DCDD167-68C0-0081-8AE8-0A25D237A7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610" y="46037"/>
            <a:ext cx="5630489" cy="6291263"/>
          </a:xfrm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B10A083D-606F-A715-9709-3C11224E4CC2}"/>
              </a:ext>
            </a:extLst>
          </p:cNvPr>
          <p:cNvSpPr/>
          <p:nvPr/>
        </p:nvSpPr>
        <p:spPr>
          <a:xfrm>
            <a:off x="1257300" y="2374900"/>
            <a:ext cx="3225800" cy="2527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功能描述状态图</a:t>
            </a:r>
          </a:p>
        </p:txBody>
      </p:sp>
    </p:spTree>
    <p:extLst>
      <p:ext uri="{BB962C8B-B14F-4D97-AF65-F5344CB8AC3E}">
        <p14:creationId xmlns:p14="http://schemas.microsoft.com/office/powerpoint/2010/main" val="1011956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7373F-DB35-4B1F-255D-C89A976E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2296" y="367382"/>
            <a:ext cx="3756004" cy="980857"/>
          </a:xfrm>
        </p:spPr>
        <p:txBody>
          <a:bodyPr/>
          <a:lstStyle/>
          <a:p>
            <a:r>
              <a:rPr lang="zh-CN" altLang="en-US" dirty="0"/>
              <a:t>非功能性需求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3C443E67-CDD4-AE7F-19EC-CB2113967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108200"/>
            <a:ext cx="10027920" cy="4191000"/>
          </a:xfrm>
        </p:spPr>
      </p:pic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CEAEF33B-4D4A-404F-34B2-64CEC2BE4F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67382"/>
            <a:ext cx="4805103" cy="128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991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>
            <a:extLst>
              <a:ext uri="{FF2B5EF4-FFF2-40B4-BE49-F238E27FC236}">
                <a16:creationId xmlns:a16="http://schemas.microsoft.com/office/drawing/2014/main" id="{2F4286E2-B178-4087-4428-DDBBF5842B6D}"/>
              </a:ext>
            </a:extLst>
          </p:cNvPr>
          <p:cNvSpPr/>
          <p:nvPr/>
        </p:nvSpPr>
        <p:spPr>
          <a:xfrm>
            <a:off x="8051800" y="4000500"/>
            <a:ext cx="2159000" cy="1193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可扩展性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B661233-2CCB-2AE5-AD40-1613190FB424}"/>
              </a:ext>
            </a:extLst>
          </p:cNvPr>
          <p:cNvSpPr/>
          <p:nvPr/>
        </p:nvSpPr>
        <p:spPr>
          <a:xfrm>
            <a:off x="1371600" y="2235200"/>
            <a:ext cx="2159000" cy="1193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性能需求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427E5FC-09E7-AB93-409A-658AC6023249}"/>
              </a:ext>
            </a:extLst>
          </p:cNvPr>
          <p:cNvSpPr/>
          <p:nvPr/>
        </p:nvSpPr>
        <p:spPr>
          <a:xfrm>
            <a:off x="1371600" y="4025900"/>
            <a:ext cx="2159000" cy="1193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兼容性需求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4F47918-A4D9-A18C-3F85-93E51D4375AC}"/>
              </a:ext>
            </a:extLst>
          </p:cNvPr>
          <p:cNvSpPr/>
          <p:nvPr/>
        </p:nvSpPr>
        <p:spPr>
          <a:xfrm>
            <a:off x="8051800" y="2235200"/>
            <a:ext cx="2159000" cy="1193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可用性需求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C5E0948-B119-4251-32EF-6374D264C934}"/>
              </a:ext>
            </a:extLst>
          </p:cNvPr>
          <p:cNvSpPr/>
          <p:nvPr/>
        </p:nvSpPr>
        <p:spPr>
          <a:xfrm>
            <a:off x="4711700" y="2235200"/>
            <a:ext cx="2159000" cy="1193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安全需求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24D9214-0160-BFE7-45A8-F6E3FD3EA99E}"/>
              </a:ext>
            </a:extLst>
          </p:cNvPr>
          <p:cNvSpPr/>
          <p:nvPr/>
        </p:nvSpPr>
        <p:spPr>
          <a:xfrm>
            <a:off x="4711700" y="4000500"/>
            <a:ext cx="2159000" cy="1193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可维护性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9541C9F-C995-F307-B62E-DF852AC47E36}"/>
              </a:ext>
            </a:extLst>
          </p:cNvPr>
          <p:cNvSpPr txBox="1"/>
          <p:nvPr/>
        </p:nvSpPr>
        <p:spPr>
          <a:xfrm>
            <a:off x="6578600" y="474355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/>
              <a:t>非功能性需求</a:t>
            </a:r>
          </a:p>
        </p:txBody>
      </p:sp>
      <p:pic>
        <p:nvPicPr>
          <p:cNvPr id="12" name="图片 11" descr="文本&#10;&#10;描述已自动生成">
            <a:extLst>
              <a:ext uri="{FF2B5EF4-FFF2-40B4-BE49-F238E27FC236}">
                <a16:creationId xmlns:a16="http://schemas.microsoft.com/office/drawing/2014/main" id="{20F7FE3E-7838-9E52-C5A8-ECB499D8DE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67382"/>
            <a:ext cx="4805103" cy="128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846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FB2CA570-B2D1-2E7F-54C6-9772C9CB2D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67382"/>
            <a:ext cx="4805103" cy="128919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E69D056-0F51-2980-E9FD-7509539A83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91" y="1819485"/>
            <a:ext cx="5672709" cy="442345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03AB4BE-84DB-87DF-F9B6-333070A85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459" y="46037"/>
            <a:ext cx="5299249" cy="61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11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170C72FA-DD68-8ED3-472C-16718704A6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67382"/>
            <a:ext cx="4805103" cy="12891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97FC679-86E4-ECFF-E0C2-9BCC0101DE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63" y="1884363"/>
            <a:ext cx="6119577" cy="446563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ADE6C72-A4FB-97C1-26E8-8B9D34CDC8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9059" y="1148580"/>
            <a:ext cx="5676056" cy="5201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422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描述已自动生成">
            <a:extLst>
              <a:ext uri="{FF2B5EF4-FFF2-40B4-BE49-F238E27FC236}">
                <a16:creationId xmlns:a16="http://schemas.microsoft.com/office/drawing/2014/main" id="{E060BD70-13F5-561F-78A5-F19A040FC5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67382"/>
            <a:ext cx="4805103" cy="12891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F546D4B-5E57-B5A7-F658-299ADDFC18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30" y="1625596"/>
            <a:ext cx="4712083" cy="46482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B8A3B24-9231-2BC7-AC33-810AB9361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7189" y="1282699"/>
            <a:ext cx="48596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936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329C8DB-97C2-A8DD-4BAA-79914215D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910A522-F0F5-43AE-870D-B1652467F5E7}" type="datetime1">
              <a:rPr lang="zh-CN" altLang="en-US" smtClean="0"/>
              <a:t>2025/5/7</a:t>
            </a:fld>
            <a:endParaRPr lang="en-US" dirty="0"/>
          </a:p>
        </p:txBody>
      </p:sp>
      <p:pic>
        <p:nvPicPr>
          <p:cNvPr id="5" name="图片 4" descr="文本&#10;&#10;描述已自动生成">
            <a:extLst>
              <a:ext uri="{FF2B5EF4-FFF2-40B4-BE49-F238E27FC236}">
                <a16:creationId xmlns:a16="http://schemas.microsoft.com/office/drawing/2014/main" id="{760A834B-2158-7F8F-1192-598EF696C4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367382"/>
            <a:ext cx="4805103" cy="12891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3272FD8-D6FE-907C-4D67-7CA82DA01562}"/>
              </a:ext>
            </a:extLst>
          </p:cNvPr>
          <p:cNvSpPr txBox="1"/>
          <p:nvPr/>
        </p:nvSpPr>
        <p:spPr>
          <a:xfrm>
            <a:off x="1097280" y="2336800"/>
            <a:ext cx="634019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0" dirty="0"/>
              <a:t>感谢大家观看</a:t>
            </a:r>
          </a:p>
        </p:txBody>
      </p:sp>
    </p:spTree>
    <p:extLst>
      <p:ext uri="{BB962C8B-B14F-4D97-AF65-F5344CB8AC3E}">
        <p14:creationId xmlns:p14="http://schemas.microsoft.com/office/powerpoint/2010/main" val="35213688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0.232"/>
  <p:tag name="SHADOWSIZE" val="1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0.232"/>
  <p:tag name="SHADOWSIZE" val="10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0.232"/>
  <p:tag name="SHADOWSIZE" val="10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0.232"/>
  <p:tag name="SHADOWSIZE" val="10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0.232"/>
  <p:tag name="SHADOWSIZE" val="100"/>
</p:tagLst>
</file>

<file path=ppt/theme/theme1.xml><?xml version="1.0" encoding="utf-8"?>
<a:theme xmlns:a="http://schemas.openxmlformats.org/drawingml/2006/main" name="自定义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50_TF56160789.po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{D486FEB3-0BDF-4EFF-8F67-03D895CB45E0}tf56160789_win32</Template>
  <TotalTime>151</TotalTime>
  <Words>350</Words>
  <Application>Microsoft Office PowerPoint</Application>
  <PresentationFormat>宽屏</PresentationFormat>
  <Paragraphs>61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6" baseType="lpstr">
      <vt:lpstr>Microsoft YaHei UI</vt:lpstr>
      <vt:lpstr>新宋体</vt:lpstr>
      <vt:lpstr>Arial</vt:lpstr>
      <vt:lpstr>Calibri</vt:lpstr>
      <vt:lpstr>微软雅黑</vt:lpstr>
      <vt:lpstr>自定义</vt:lpstr>
      <vt:lpstr>软件工程中期汇报</vt:lpstr>
      <vt:lpstr>PowerPoint 演示文稿</vt:lpstr>
      <vt:lpstr>PowerPoint 演示文稿</vt:lpstr>
      <vt:lpstr>PowerPoint 演示文稿</vt:lpstr>
      <vt:lpstr>需求分析</vt:lpstr>
      <vt:lpstr>需求获取途径</vt:lpstr>
      <vt:lpstr>应用场景说明</vt:lpstr>
      <vt:lpstr>需求确定</vt:lpstr>
      <vt:lpstr>功能性需求</vt:lpstr>
      <vt:lpstr>用例图</vt:lpstr>
      <vt:lpstr>PowerPoint 演示文稿</vt:lpstr>
      <vt:lpstr>PowerPoint 演示文稿</vt:lpstr>
      <vt:lpstr>PowerPoint 演示文稿</vt:lpstr>
      <vt:lpstr>PowerPoint 演示文稿</vt:lpstr>
      <vt:lpstr>非功能性需求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DANDAN KING</dc:creator>
  <cp:lastModifiedBy>DANDAN KING</cp:lastModifiedBy>
  <cp:revision>1</cp:revision>
  <dcterms:created xsi:type="dcterms:W3CDTF">2025-05-06T16:29:32Z</dcterms:created>
  <dcterms:modified xsi:type="dcterms:W3CDTF">2025-05-06T19:00:33Z</dcterms:modified>
</cp:coreProperties>
</file>